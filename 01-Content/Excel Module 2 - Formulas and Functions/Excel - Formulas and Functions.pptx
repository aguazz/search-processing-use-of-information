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524" r:id="rId3"/>
    <p:sldId id="497" r:id="rId4"/>
    <p:sldId id="513" r:id="rId5"/>
    <p:sldId id="516" r:id="rId6"/>
    <p:sldId id="520" r:id="rId7"/>
    <p:sldId id="530" r:id="rId8"/>
    <p:sldId id="514" r:id="rId9"/>
    <p:sldId id="515" r:id="rId10"/>
    <p:sldId id="522" r:id="rId11"/>
    <p:sldId id="517" r:id="rId12"/>
    <p:sldId id="527" r:id="rId13"/>
    <p:sldId id="526" r:id="rId14"/>
    <p:sldId id="518" r:id="rId15"/>
    <p:sldId id="531" r:id="rId16"/>
    <p:sldId id="519" r:id="rId17"/>
    <p:sldId id="529" r:id="rId18"/>
    <p:sldId id="532" r:id="rId19"/>
    <p:sldId id="52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ADE709-9053-461D-90FB-431F5AADDB52}" v="4" dt="2024-10-11T13:26:54.5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3" y="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ada Azze, Abel" userId="ff16b1c3-f5ab-4a55-810b-5492ea5151e6" providerId="ADAL" clId="{02ADE709-9053-461D-90FB-431F5AADDB52}"/>
    <pc:docChg chg="undo custSel modSld sldOrd">
      <pc:chgData name="Guada Azze, Abel" userId="ff16b1c3-f5ab-4a55-810b-5492ea5151e6" providerId="ADAL" clId="{02ADE709-9053-461D-90FB-431F5AADDB52}" dt="2024-10-11T13:31:27.465" v="125" actId="1076"/>
      <pc:docMkLst>
        <pc:docMk/>
      </pc:docMkLst>
      <pc:sldChg chg="modSp mod">
        <pc:chgData name="Guada Azze, Abel" userId="ff16b1c3-f5ab-4a55-810b-5492ea5151e6" providerId="ADAL" clId="{02ADE709-9053-461D-90FB-431F5AADDB52}" dt="2024-10-11T13:26:18.776" v="51" actId="255"/>
        <pc:sldMkLst>
          <pc:docMk/>
          <pc:sldMk cId="1791726505" sldId="497"/>
        </pc:sldMkLst>
        <pc:spChg chg="mod">
          <ac:chgData name="Guada Azze, Abel" userId="ff16b1c3-f5ab-4a55-810b-5492ea5151e6" providerId="ADAL" clId="{02ADE709-9053-461D-90FB-431F5AADDB52}" dt="2024-10-11T13:26:18.776" v="51" actId="255"/>
          <ac:spMkLst>
            <pc:docMk/>
            <pc:sldMk cId="1791726505" sldId="497"/>
            <ac:spMk id="2" creationId="{B1109C49-3D91-41E0-8C70-563C2B76D659}"/>
          </ac:spMkLst>
        </pc:spChg>
        <pc:spChg chg="mod">
          <ac:chgData name="Guada Azze, Abel" userId="ff16b1c3-f5ab-4a55-810b-5492ea5151e6" providerId="ADAL" clId="{02ADE709-9053-461D-90FB-431F5AADDB52}" dt="2024-10-11T13:25:15.289" v="44" actId="1076"/>
          <ac:spMkLst>
            <pc:docMk/>
            <pc:sldMk cId="1791726505" sldId="497"/>
            <ac:spMk id="7" creationId="{2DDAAA46-90F7-4071-A4AF-DFDF9A52E555}"/>
          </ac:spMkLst>
        </pc:spChg>
      </pc:sldChg>
      <pc:sldChg chg="modSp mod">
        <pc:chgData name="Guada Azze, Abel" userId="ff16b1c3-f5ab-4a55-810b-5492ea5151e6" providerId="ADAL" clId="{02ADE709-9053-461D-90FB-431F5AADDB52}" dt="2024-10-11T13:26:13.663" v="50" actId="255"/>
        <pc:sldMkLst>
          <pc:docMk/>
          <pc:sldMk cId="1514322042" sldId="513"/>
        </pc:sldMkLst>
        <pc:spChg chg="mod">
          <ac:chgData name="Guada Azze, Abel" userId="ff16b1c3-f5ab-4a55-810b-5492ea5151e6" providerId="ADAL" clId="{02ADE709-9053-461D-90FB-431F5AADDB52}" dt="2024-10-11T13:26:13.663" v="50" actId="255"/>
          <ac:spMkLst>
            <pc:docMk/>
            <pc:sldMk cId="1514322042" sldId="513"/>
            <ac:spMk id="2" creationId="{B1109C49-3D91-41E0-8C70-563C2B76D659}"/>
          </ac:spMkLst>
        </pc:spChg>
        <pc:spChg chg="mod">
          <ac:chgData name="Guada Azze, Abel" userId="ff16b1c3-f5ab-4a55-810b-5492ea5151e6" providerId="ADAL" clId="{02ADE709-9053-461D-90FB-431F5AADDB52}" dt="2024-10-11T13:25:22.374" v="45" actId="1076"/>
          <ac:spMkLst>
            <pc:docMk/>
            <pc:sldMk cId="1514322042" sldId="513"/>
            <ac:spMk id="9" creationId="{E4069A47-A0BE-AF7F-14D1-8F8CAF130296}"/>
          </ac:spMkLst>
        </pc:spChg>
      </pc:sldChg>
      <pc:sldChg chg="modSp mod">
        <pc:chgData name="Guada Azze, Abel" userId="ff16b1c3-f5ab-4a55-810b-5492ea5151e6" providerId="ADAL" clId="{02ADE709-9053-461D-90FB-431F5AADDB52}" dt="2024-10-11T13:27:35.900" v="63" actId="255"/>
        <pc:sldMkLst>
          <pc:docMk/>
          <pc:sldMk cId="1764596266" sldId="514"/>
        </pc:sldMkLst>
        <pc:spChg chg="mod">
          <ac:chgData name="Guada Azze, Abel" userId="ff16b1c3-f5ab-4a55-810b-5492ea5151e6" providerId="ADAL" clId="{02ADE709-9053-461D-90FB-431F5AADDB52}" dt="2024-10-11T13:27:35.900" v="63" actId="255"/>
          <ac:spMkLst>
            <pc:docMk/>
            <pc:sldMk cId="1764596266" sldId="514"/>
            <ac:spMk id="2" creationId="{B1109C49-3D91-41E0-8C70-563C2B76D659}"/>
          </ac:spMkLst>
        </pc:spChg>
        <pc:spChg chg="mod">
          <ac:chgData name="Guada Azze, Abel" userId="ff16b1c3-f5ab-4a55-810b-5492ea5151e6" providerId="ADAL" clId="{02ADE709-9053-461D-90FB-431F5AADDB52}" dt="2024-10-11T13:27:29.917" v="62" actId="1076"/>
          <ac:spMkLst>
            <pc:docMk/>
            <pc:sldMk cId="1764596266" sldId="514"/>
            <ac:spMk id="7" creationId="{A18EA52B-42A4-8C05-6AFD-7CAFFE51AB3C}"/>
          </ac:spMkLst>
        </pc:spChg>
        <pc:picChg chg="mod">
          <ac:chgData name="Guada Azze, Abel" userId="ff16b1c3-f5ab-4a55-810b-5492ea5151e6" providerId="ADAL" clId="{02ADE709-9053-461D-90FB-431F5AADDB52}" dt="2024-10-11T13:27:24.051" v="61" actId="1076"/>
          <ac:picMkLst>
            <pc:docMk/>
            <pc:sldMk cId="1764596266" sldId="514"/>
            <ac:picMk id="6" creationId="{7961F247-D49E-481A-A40E-6CDF7E785BB4}"/>
          </ac:picMkLst>
        </pc:picChg>
      </pc:sldChg>
      <pc:sldChg chg="delSp modSp mod">
        <pc:chgData name="Guada Azze, Abel" userId="ff16b1c3-f5ab-4a55-810b-5492ea5151e6" providerId="ADAL" clId="{02ADE709-9053-461D-90FB-431F5AADDB52}" dt="2024-10-11T13:28:15.663" v="73" actId="255"/>
        <pc:sldMkLst>
          <pc:docMk/>
          <pc:sldMk cId="2725255753" sldId="515"/>
        </pc:sldMkLst>
        <pc:spChg chg="mod">
          <ac:chgData name="Guada Azze, Abel" userId="ff16b1c3-f5ab-4a55-810b-5492ea5151e6" providerId="ADAL" clId="{02ADE709-9053-461D-90FB-431F5AADDB52}" dt="2024-10-11T13:28:15.663" v="73" actId="255"/>
          <ac:spMkLst>
            <pc:docMk/>
            <pc:sldMk cId="2725255753" sldId="515"/>
            <ac:spMk id="2" creationId="{B1109C49-3D91-41E0-8C70-563C2B76D659}"/>
          </ac:spMkLst>
        </pc:spChg>
        <pc:spChg chg="mod">
          <ac:chgData name="Guada Azze, Abel" userId="ff16b1c3-f5ab-4a55-810b-5492ea5151e6" providerId="ADAL" clId="{02ADE709-9053-461D-90FB-431F5AADDB52}" dt="2024-10-11T13:28:10.351" v="72" actId="1076"/>
          <ac:spMkLst>
            <pc:docMk/>
            <pc:sldMk cId="2725255753" sldId="515"/>
            <ac:spMk id="5" creationId="{A45ED934-8656-4AC0-AE5A-EC7550721764}"/>
          </ac:spMkLst>
        </pc:spChg>
        <pc:spChg chg="del mod">
          <ac:chgData name="Guada Azze, Abel" userId="ff16b1c3-f5ab-4a55-810b-5492ea5151e6" providerId="ADAL" clId="{02ADE709-9053-461D-90FB-431F5AADDB52}" dt="2024-10-11T13:28:02.516" v="69" actId="478"/>
          <ac:spMkLst>
            <pc:docMk/>
            <pc:sldMk cId="2725255753" sldId="515"/>
            <ac:spMk id="7" creationId="{29154212-82D1-4B33-64B4-39E564EA6723}"/>
          </ac:spMkLst>
        </pc:spChg>
        <pc:picChg chg="mod">
          <ac:chgData name="Guada Azze, Abel" userId="ff16b1c3-f5ab-4a55-810b-5492ea5151e6" providerId="ADAL" clId="{02ADE709-9053-461D-90FB-431F5AADDB52}" dt="2024-10-11T13:28:07.007" v="71" actId="1076"/>
          <ac:picMkLst>
            <pc:docMk/>
            <pc:sldMk cId="2725255753" sldId="515"/>
            <ac:picMk id="6" creationId="{B847CFD0-22DF-4353-84B9-0EFBBE6639F9}"/>
          </ac:picMkLst>
        </pc:picChg>
      </pc:sldChg>
      <pc:sldChg chg="modSp mod">
        <pc:chgData name="Guada Azze, Abel" userId="ff16b1c3-f5ab-4a55-810b-5492ea5151e6" providerId="ADAL" clId="{02ADE709-9053-461D-90FB-431F5AADDB52}" dt="2024-10-11T13:26:08.413" v="49" actId="255"/>
        <pc:sldMkLst>
          <pc:docMk/>
          <pc:sldMk cId="568582314" sldId="516"/>
        </pc:sldMkLst>
        <pc:spChg chg="mod">
          <ac:chgData name="Guada Azze, Abel" userId="ff16b1c3-f5ab-4a55-810b-5492ea5151e6" providerId="ADAL" clId="{02ADE709-9053-461D-90FB-431F5AADDB52}" dt="2024-10-11T13:26:08.413" v="49" actId="255"/>
          <ac:spMkLst>
            <pc:docMk/>
            <pc:sldMk cId="568582314" sldId="516"/>
            <ac:spMk id="2" creationId="{B1109C49-3D91-41E0-8C70-563C2B76D659}"/>
          </ac:spMkLst>
        </pc:spChg>
        <pc:spChg chg="mod">
          <ac:chgData name="Guada Azze, Abel" userId="ff16b1c3-f5ab-4a55-810b-5492ea5151e6" providerId="ADAL" clId="{02ADE709-9053-461D-90FB-431F5AADDB52}" dt="2024-10-11T13:25:42.045" v="47" actId="1076"/>
          <ac:spMkLst>
            <pc:docMk/>
            <pc:sldMk cId="568582314" sldId="516"/>
            <ac:spMk id="7" creationId="{00F2D59B-F958-A6C2-4860-C4FAD3B24759}"/>
          </ac:spMkLst>
        </pc:spChg>
        <pc:picChg chg="mod">
          <ac:chgData name="Guada Azze, Abel" userId="ff16b1c3-f5ab-4a55-810b-5492ea5151e6" providerId="ADAL" clId="{02ADE709-9053-461D-90FB-431F5AADDB52}" dt="2024-10-11T13:25:42.045" v="47" actId="1076"/>
          <ac:picMkLst>
            <pc:docMk/>
            <pc:sldMk cId="568582314" sldId="516"/>
            <ac:picMk id="6" creationId="{67EE1C41-2B58-45DA-BCC9-717C9E7379E3}"/>
          </ac:picMkLst>
        </pc:picChg>
      </pc:sldChg>
      <pc:sldChg chg="modSp mod">
        <pc:chgData name="Guada Azze, Abel" userId="ff16b1c3-f5ab-4a55-810b-5492ea5151e6" providerId="ADAL" clId="{02ADE709-9053-461D-90FB-431F5AADDB52}" dt="2024-10-11T13:28:57.140" v="81" actId="1036"/>
        <pc:sldMkLst>
          <pc:docMk/>
          <pc:sldMk cId="2009600037" sldId="517"/>
        </pc:sldMkLst>
        <pc:spChg chg="mod">
          <ac:chgData name="Guada Azze, Abel" userId="ff16b1c3-f5ab-4a55-810b-5492ea5151e6" providerId="ADAL" clId="{02ADE709-9053-461D-90FB-431F5AADDB52}" dt="2024-10-11T13:28:44.749" v="77" actId="255"/>
          <ac:spMkLst>
            <pc:docMk/>
            <pc:sldMk cId="2009600037" sldId="517"/>
            <ac:spMk id="2" creationId="{B1109C49-3D91-41E0-8C70-563C2B76D659}"/>
          </ac:spMkLst>
        </pc:spChg>
        <pc:spChg chg="mod">
          <ac:chgData name="Guada Azze, Abel" userId="ff16b1c3-f5ab-4a55-810b-5492ea5151e6" providerId="ADAL" clId="{02ADE709-9053-461D-90FB-431F5AADDB52}" dt="2024-10-11T13:28:57.140" v="81" actId="1036"/>
          <ac:spMkLst>
            <pc:docMk/>
            <pc:sldMk cId="2009600037" sldId="517"/>
            <ac:spMk id="7" creationId="{DC75FEAE-B24B-55EC-719D-DFEEBF1A5B56}"/>
          </ac:spMkLst>
        </pc:spChg>
        <pc:picChg chg="mod">
          <ac:chgData name="Guada Azze, Abel" userId="ff16b1c3-f5ab-4a55-810b-5492ea5151e6" providerId="ADAL" clId="{02ADE709-9053-461D-90FB-431F5AADDB52}" dt="2024-10-11T13:28:49.641" v="78" actId="1076"/>
          <ac:picMkLst>
            <pc:docMk/>
            <pc:sldMk cId="2009600037" sldId="517"/>
            <ac:picMk id="10" creationId="{38EE0C21-D695-0587-D3B4-7424C8BCDCFF}"/>
          </ac:picMkLst>
        </pc:picChg>
      </pc:sldChg>
      <pc:sldChg chg="modSp mod">
        <pc:chgData name="Guada Azze, Abel" userId="ff16b1c3-f5ab-4a55-810b-5492ea5151e6" providerId="ADAL" clId="{02ADE709-9053-461D-90FB-431F5AADDB52}" dt="2024-10-11T13:29:56.655" v="93" actId="1076"/>
        <pc:sldMkLst>
          <pc:docMk/>
          <pc:sldMk cId="1886760813" sldId="518"/>
        </pc:sldMkLst>
        <pc:spChg chg="mod">
          <ac:chgData name="Guada Azze, Abel" userId="ff16b1c3-f5ab-4a55-810b-5492ea5151e6" providerId="ADAL" clId="{02ADE709-9053-461D-90FB-431F5AADDB52}" dt="2024-10-11T13:29:47.140" v="90" actId="255"/>
          <ac:spMkLst>
            <pc:docMk/>
            <pc:sldMk cId="1886760813" sldId="518"/>
            <ac:spMk id="2" creationId="{B1109C49-3D91-41E0-8C70-563C2B76D659}"/>
          </ac:spMkLst>
        </pc:spChg>
        <pc:spChg chg="mod">
          <ac:chgData name="Guada Azze, Abel" userId="ff16b1c3-f5ab-4a55-810b-5492ea5151e6" providerId="ADAL" clId="{02ADE709-9053-461D-90FB-431F5AADDB52}" dt="2024-10-11T13:29:56.655" v="93" actId="1076"/>
          <ac:spMkLst>
            <pc:docMk/>
            <pc:sldMk cId="1886760813" sldId="518"/>
            <ac:spMk id="7" creationId="{03C16DB7-F0CE-02D6-AA6B-4A683348DA38}"/>
          </ac:spMkLst>
        </pc:spChg>
        <pc:picChg chg="mod">
          <ac:chgData name="Guada Azze, Abel" userId="ff16b1c3-f5ab-4a55-810b-5492ea5151e6" providerId="ADAL" clId="{02ADE709-9053-461D-90FB-431F5AADDB52}" dt="2024-10-11T13:29:53.341" v="92" actId="1076"/>
          <ac:picMkLst>
            <pc:docMk/>
            <pc:sldMk cId="1886760813" sldId="518"/>
            <ac:picMk id="6" creationId="{C705ACFE-0F4D-493F-A3D4-72082371099D}"/>
          </ac:picMkLst>
        </pc:picChg>
      </pc:sldChg>
      <pc:sldChg chg="modSp mod">
        <pc:chgData name="Guada Azze, Abel" userId="ff16b1c3-f5ab-4a55-810b-5492ea5151e6" providerId="ADAL" clId="{02ADE709-9053-461D-90FB-431F5AADDB52}" dt="2024-10-11T13:30:22.092" v="97" actId="14100"/>
        <pc:sldMkLst>
          <pc:docMk/>
          <pc:sldMk cId="480919000" sldId="519"/>
        </pc:sldMkLst>
        <pc:spChg chg="mod">
          <ac:chgData name="Guada Azze, Abel" userId="ff16b1c3-f5ab-4a55-810b-5492ea5151e6" providerId="ADAL" clId="{02ADE709-9053-461D-90FB-431F5AADDB52}" dt="2024-10-11T13:30:11.041" v="94" actId="255"/>
          <ac:spMkLst>
            <pc:docMk/>
            <pc:sldMk cId="480919000" sldId="519"/>
            <ac:spMk id="2" creationId="{B1109C49-3D91-41E0-8C70-563C2B76D659}"/>
          </ac:spMkLst>
        </pc:spChg>
        <pc:spChg chg="mod">
          <ac:chgData name="Guada Azze, Abel" userId="ff16b1c3-f5ab-4a55-810b-5492ea5151e6" providerId="ADAL" clId="{02ADE709-9053-461D-90FB-431F5AADDB52}" dt="2024-10-11T13:30:22.092" v="97" actId="14100"/>
          <ac:spMkLst>
            <pc:docMk/>
            <pc:sldMk cId="480919000" sldId="519"/>
            <ac:spMk id="3" creationId="{99D776A0-8CF6-4ED3-9F83-62F40CDAB9CA}"/>
          </ac:spMkLst>
        </pc:spChg>
        <pc:spChg chg="mod">
          <ac:chgData name="Guada Azze, Abel" userId="ff16b1c3-f5ab-4a55-810b-5492ea5151e6" providerId="ADAL" clId="{02ADE709-9053-461D-90FB-431F5AADDB52}" dt="2024-10-11T13:30:17.940" v="96" actId="1076"/>
          <ac:spMkLst>
            <pc:docMk/>
            <pc:sldMk cId="480919000" sldId="519"/>
            <ac:spMk id="5" creationId="{2BE1217D-FA3B-D0E0-6E12-CAE1C19CDCC2}"/>
          </ac:spMkLst>
        </pc:spChg>
        <pc:picChg chg="mod">
          <ac:chgData name="Guada Azze, Abel" userId="ff16b1c3-f5ab-4a55-810b-5492ea5151e6" providerId="ADAL" clId="{02ADE709-9053-461D-90FB-431F5AADDB52}" dt="2024-10-11T13:30:14.705" v="95" actId="1076"/>
          <ac:picMkLst>
            <pc:docMk/>
            <pc:sldMk cId="480919000" sldId="519"/>
            <ac:picMk id="9" creationId="{16E172C1-0A32-41AB-B1F9-FBA222FE7F59}"/>
          </ac:picMkLst>
        </pc:picChg>
      </pc:sldChg>
      <pc:sldChg chg="modSp mod">
        <pc:chgData name="Guada Azze, Abel" userId="ff16b1c3-f5ab-4a55-810b-5492ea5151e6" providerId="ADAL" clId="{02ADE709-9053-461D-90FB-431F5AADDB52}" dt="2024-10-11T13:28:29.811" v="76" actId="1076"/>
        <pc:sldMkLst>
          <pc:docMk/>
          <pc:sldMk cId="1138468230" sldId="522"/>
        </pc:sldMkLst>
        <pc:spChg chg="mod">
          <ac:chgData name="Guada Azze, Abel" userId="ff16b1c3-f5ab-4a55-810b-5492ea5151e6" providerId="ADAL" clId="{02ADE709-9053-461D-90FB-431F5AADDB52}" dt="2024-10-11T13:28:22.798" v="74" actId="255"/>
          <ac:spMkLst>
            <pc:docMk/>
            <pc:sldMk cId="1138468230" sldId="522"/>
            <ac:spMk id="2" creationId="{B1109C49-3D91-41E0-8C70-563C2B76D659}"/>
          </ac:spMkLst>
        </pc:spChg>
        <pc:spChg chg="mod">
          <ac:chgData name="Guada Azze, Abel" userId="ff16b1c3-f5ab-4a55-810b-5492ea5151e6" providerId="ADAL" clId="{02ADE709-9053-461D-90FB-431F5AADDB52}" dt="2024-10-11T13:28:29.811" v="76" actId="1076"/>
          <ac:spMkLst>
            <pc:docMk/>
            <pc:sldMk cId="1138468230" sldId="522"/>
            <ac:spMk id="7" creationId="{4AB017B8-E435-99AC-C045-EAC45CC9DD25}"/>
          </ac:spMkLst>
        </pc:spChg>
        <pc:picChg chg="mod">
          <ac:chgData name="Guada Azze, Abel" userId="ff16b1c3-f5ab-4a55-810b-5492ea5151e6" providerId="ADAL" clId="{02ADE709-9053-461D-90FB-431F5AADDB52}" dt="2024-10-11T13:28:26.606" v="75" actId="1076"/>
          <ac:picMkLst>
            <pc:docMk/>
            <pc:sldMk cId="1138468230" sldId="522"/>
            <ac:picMk id="8" creationId="{383301EA-AD96-71BA-5DB4-EF759CED9656}"/>
          </ac:picMkLst>
        </pc:picChg>
      </pc:sldChg>
      <pc:sldChg chg="modSp mod">
        <pc:chgData name="Guada Azze, Abel" userId="ff16b1c3-f5ab-4a55-810b-5492ea5151e6" providerId="ADAL" clId="{02ADE709-9053-461D-90FB-431F5AADDB52}" dt="2024-10-11T13:24:21.486" v="42" actId="20577"/>
        <pc:sldMkLst>
          <pc:docMk/>
          <pc:sldMk cId="1966875083" sldId="524"/>
        </pc:sldMkLst>
        <pc:spChg chg="mod">
          <ac:chgData name="Guada Azze, Abel" userId="ff16b1c3-f5ab-4a55-810b-5492ea5151e6" providerId="ADAL" clId="{02ADE709-9053-461D-90FB-431F5AADDB52}" dt="2024-10-11T13:24:21.486" v="42" actId="20577"/>
          <ac:spMkLst>
            <pc:docMk/>
            <pc:sldMk cId="1966875083" sldId="524"/>
            <ac:spMk id="3" creationId="{D622FDC4-B0B4-4CE4-BF9C-BA52C8C927BE}"/>
          </ac:spMkLst>
        </pc:spChg>
      </pc:sldChg>
      <pc:sldChg chg="modSp mod ord">
        <pc:chgData name="Guada Azze, Abel" userId="ff16b1c3-f5ab-4a55-810b-5492ea5151e6" providerId="ADAL" clId="{02ADE709-9053-461D-90FB-431F5AADDB52}" dt="2024-10-11T13:31:27.465" v="125" actId="1076"/>
        <pc:sldMkLst>
          <pc:docMk/>
          <pc:sldMk cId="1892881210" sldId="525"/>
        </pc:sldMkLst>
        <pc:spChg chg="mod">
          <ac:chgData name="Guada Azze, Abel" userId="ff16b1c3-f5ab-4a55-810b-5492ea5151e6" providerId="ADAL" clId="{02ADE709-9053-461D-90FB-431F5AADDB52}" dt="2024-10-11T13:31:19.996" v="123" actId="20577"/>
          <ac:spMkLst>
            <pc:docMk/>
            <pc:sldMk cId="1892881210" sldId="525"/>
            <ac:spMk id="2" creationId="{B1109C49-3D91-41E0-8C70-563C2B76D659}"/>
          </ac:spMkLst>
        </pc:spChg>
        <pc:spChg chg="mod">
          <ac:chgData name="Guada Azze, Abel" userId="ff16b1c3-f5ab-4a55-810b-5492ea5151e6" providerId="ADAL" clId="{02ADE709-9053-461D-90FB-431F5AADDB52}" dt="2024-10-11T13:31:27.465" v="125" actId="1076"/>
          <ac:spMkLst>
            <pc:docMk/>
            <pc:sldMk cId="1892881210" sldId="525"/>
            <ac:spMk id="5" creationId="{B7386ECE-1D34-5BE2-66B1-ADB40FD670AD}"/>
          </ac:spMkLst>
        </pc:spChg>
        <pc:picChg chg="mod">
          <ac:chgData name="Guada Azze, Abel" userId="ff16b1c3-f5ab-4a55-810b-5492ea5151e6" providerId="ADAL" clId="{02ADE709-9053-461D-90FB-431F5AADDB52}" dt="2024-10-11T13:31:23.763" v="124" actId="1076"/>
          <ac:picMkLst>
            <pc:docMk/>
            <pc:sldMk cId="1892881210" sldId="525"/>
            <ac:picMk id="9" creationId="{D34A0282-466D-4D44-B787-9121BE2179B5}"/>
          </ac:picMkLst>
        </pc:picChg>
      </pc:sldChg>
      <pc:sldChg chg="modSp mod">
        <pc:chgData name="Guada Azze, Abel" userId="ff16b1c3-f5ab-4a55-810b-5492ea5151e6" providerId="ADAL" clId="{02ADE709-9053-461D-90FB-431F5AADDB52}" dt="2024-10-11T13:29:41.211" v="89" actId="1076"/>
        <pc:sldMkLst>
          <pc:docMk/>
          <pc:sldMk cId="2777979990" sldId="526"/>
        </pc:sldMkLst>
        <pc:spChg chg="mod">
          <ac:chgData name="Guada Azze, Abel" userId="ff16b1c3-f5ab-4a55-810b-5492ea5151e6" providerId="ADAL" clId="{02ADE709-9053-461D-90FB-431F5AADDB52}" dt="2024-10-11T13:29:31.456" v="87" actId="255"/>
          <ac:spMkLst>
            <pc:docMk/>
            <pc:sldMk cId="2777979990" sldId="526"/>
            <ac:spMk id="2" creationId="{B1109C49-3D91-41E0-8C70-563C2B76D659}"/>
          </ac:spMkLst>
        </pc:spChg>
        <pc:spChg chg="mod">
          <ac:chgData name="Guada Azze, Abel" userId="ff16b1c3-f5ab-4a55-810b-5492ea5151e6" providerId="ADAL" clId="{02ADE709-9053-461D-90FB-431F5AADDB52}" dt="2024-10-11T13:29:41.211" v="89" actId="1076"/>
          <ac:spMkLst>
            <pc:docMk/>
            <pc:sldMk cId="2777979990" sldId="526"/>
            <ac:spMk id="5" creationId="{44C6AA77-A26D-E890-82C1-0C6C3D2BE506}"/>
          </ac:spMkLst>
        </pc:spChg>
        <pc:picChg chg="mod">
          <ac:chgData name="Guada Azze, Abel" userId="ff16b1c3-f5ab-4a55-810b-5492ea5151e6" providerId="ADAL" clId="{02ADE709-9053-461D-90FB-431F5AADDB52}" dt="2024-10-11T13:29:38.402" v="88" actId="1076"/>
          <ac:picMkLst>
            <pc:docMk/>
            <pc:sldMk cId="2777979990" sldId="526"/>
            <ac:picMk id="6" creationId="{043A0278-6DDC-7ECF-C41B-B10EDB0B3C39}"/>
          </ac:picMkLst>
        </pc:picChg>
      </pc:sldChg>
      <pc:sldChg chg="delSp modSp mod">
        <pc:chgData name="Guada Azze, Abel" userId="ff16b1c3-f5ab-4a55-810b-5492ea5151e6" providerId="ADAL" clId="{02ADE709-9053-461D-90FB-431F5AADDB52}" dt="2024-10-11T13:29:24.265" v="86" actId="255"/>
        <pc:sldMkLst>
          <pc:docMk/>
          <pc:sldMk cId="1840196881" sldId="527"/>
        </pc:sldMkLst>
        <pc:spChg chg="mod">
          <ac:chgData name="Guada Azze, Abel" userId="ff16b1c3-f5ab-4a55-810b-5492ea5151e6" providerId="ADAL" clId="{02ADE709-9053-461D-90FB-431F5AADDB52}" dt="2024-10-11T13:29:24.265" v="86" actId="255"/>
          <ac:spMkLst>
            <pc:docMk/>
            <pc:sldMk cId="1840196881" sldId="527"/>
            <ac:spMk id="2" creationId="{B1109C49-3D91-41E0-8C70-563C2B76D659}"/>
          </ac:spMkLst>
        </pc:spChg>
        <pc:spChg chg="mod">
          <ac:chgData name="Guada Azze, Abel" userId="ff16b1c3-f5ab-4a55-810b-5492ea5151e6" providerId="ADAL" clId="{02ADE709-9053-461D-90FB-431F5AADDB52}" dt="2024-10-11T13:29:18.130" v="85" actId="1076"/>
          <ac:spMkLst>
            <pc:docMk/>
            <pc:sldMk cId="1840196881" sldId="527"/>
            <ac:spMk id="7" creationId="{7529F31F-E8CB-B1F7-F223-382697F863C0}"/>
          </ac:spMkLst>
        </pc:spChg>
        <pc:spChg chg="del">
          <ac:chgData name="Guada Azze, Abel" userId="ff16b1c3-f5ab-4a55-810b-5492ea5151e6" providerId="ADAL" clId="{02ADE709-9053-461D-90FB-431F5AADDB52}" dt="2024-10-11T13:29:14.679" v="84" actId="478"/>
          <ac:spMkLst>
            <pc:docMk/>
            <pc:sldMk cId="1840196881" sldId="527"/>
            <ac:spMk id="13" creationId="{3DC7194C-B777-47F0-BA02-0C33BA5BBC66}"/>
          </ac:spMkLst>
        </pc:spChg>
        <pc:picChg chg="mod">
          <ac:chgData name="Guada Azze, Abel" userId="ff16b1c3-f5ab-4a55-810b-5492ea5151e6" providerId="ADAL" clId="{02ADE709-9053-461D-90FB-431F5AADDB52}" dt="2024-10-11T13:29:08.360" v="82" actId="1076"/>
          <ac:picMkLst>
            <pc:docMk/>
            <pc:sldMk cId="1840196881" sldId="527"/>
            <ac:picMk id="14" creationId="{1A9CD27C-21C8-4965-87C5-6DB4D26114DF}"/>
          </ac:picMkLst>
        </pc:picChg>
      </pc:sldChg>
      <pc:sldChg chg="delSp modSp mod">
        <pc:chgData name="Guada Azze, Abel" userId="ff16b1c3-f5ab-4a55-810b-5492ea5151e6" providerId="ADAL" clId="{02ADE709-9053-461D-90FB-431F5AADDB52}" dt="2024-10-11T13:30:42.036" v="101" actId="1076"/>
        <pc:sldMkLst>
          <pc:docMk/>
          <pc:sldMk cId="1525129954" sldId="529"/>
        </pc:sldMkLst>
        <pc:spChg chg="mod">
          <ac:chgData name="Guada Azze, Abel" userId="ff16b1c3-f5ab-4a55-810b-5492ea5151e6" providerId="ADAL" clId="{02ADE709-9053-461D-90FB-431F5AADDB52}" dt="2024-10-11T13:30:32.409" v="99" actId="255"/>
          <ac:spMkLst>
            <pc:docMk/>
            <pc:sldMk cId="1525129954" sldId="529"/>
            <ac:spMk id="2" creationId="{BAD0A7A4-F04B-4F59-9B99-F01E6E718F57}"/>
          </ac:spMkLst>
        </pc:spChg>
        <pc:spChg chg="del">
          <ac:chgData name="Guada Azze, Abel" userId="ff16b1c3-f5ab-4a55-810b-5492ea5151e6" providerId="ADAL" clId="{02ADE709-9053-461D-90FB-431F5AADDB52}" dt="2024-10-11T13:30:27.803" v="98" actId="478"/>
          <ac:spMkLst>
            <pc:docMk/>
            <pc:sldMk cId="1525129954" sldId="529"/>
            <ac:spMk id="4" creationId="{2F0D16D1-9563-42C2-ACFB-78C74033A07B}"/>
          </ac:spMkLst>
        </pc:spChg>
        <pc:spChg chg="mod">
          <ac:chgData name="Guada Azze, Abel" userId="ff16b1c3-f5ab-4a55-810b-5492ea5151e6" providerId="ADAL" clId="{02ADE709-9053-461D-90FB-431F5AADDB52}" dt="2024-10-11T13:30:42.036" v="101" actId="1076"/>
          <ac:spMkLst>
            <pc:docMk/>
            <pc:sldMk cId="1525129954" sldId="529"/>
            <ac:spMk id="8" creationId="{693985B4-F116-F976-991F-1886315220ED}"/>
          </ac:spMkLst>
        </pc:spChg>
        <pc:picChg chg="mod">
          <ac:chgData name="Guada Azze, Abel" userId="ff16b1c3-f5ab-4a55-810b-5492ea5151e6" providerId="ADAL" clId="{02ADE709-9053-461D-90FB-431F5AADDB52}" dt="2024-10-11T13:30:37.057" v="100" actId="1076"/>
          <ac:picMkLst>
            <pc:docMk/>
            <pc:sldMk cId="1525129954" sldId="529"/>
            <ac:picMk id="5" creationId="{0C39268E-3EEE-BD39-DA01-609E4B6BAFE8}"/>
          </ac:picMkLst>
        </pc:picChg>
      </pc:sldChg>
      <pc:sldChg chg="modSp mod">
        <pc:chgData name="Guada Azze, Abel" userId="ff16b1c3-f5ab-4a55-810b-5492ea5151e6" providerId="ADAL" clId="{02ADE709-9053-461D-90FB-431F5AADDB52}" dt="2024-10-11T13:27:44.089" v="64" actId="255"/>
        <pc:sldMkLst>
          <pc:docMk/>
          <pc:sldMk cId="1946410685" sldId="530"/>
        </pc:sldMkLst>
        <pc:spChg chg="mod">
          <ac:chgData name="Guada Azze, Abel" userId="ff16b1c3-f5ab-4a55-810b-5492ea5151e6" providerId="ADAL" clId="{02ADE709-9053-461D-90FB-431F5AADDB52}" dt="2024-10-11T13:27:44.089" v="64" actId="255"/>
          <ac:spMkLst>
            <pc:docMk/>
            <pc:sldMk cId="1946410685" sldId="530"/>
            <ac:spMk id="2" creationId="{E40627A9-9151-4A18-8F14-F023CD7EFE0A}"/>
          </ac:spMkLst>
        </pc:spChg>
        <pc:spChg chg="mod">
          <ac:chgData name="Guada Azze, Abel" userId="ff16b1c3-f5ab-4a55-810b-5492ea5151e6" providerId="ADAL" clId="{02ADE709-9053-461D-90FB-431F5AADDB52}" dt="2024-10-11T13:27:13.407" v="60" actId="20577"/>
          <ac:spMkLst>
            <pc:docMk/>
            <pc:sldMk cId="1946410685" sldId="530"/>
            <ac:spMk id="3" creationId="{9D4CA6C4-222F-4896-B4D7-F353F6D9B0D0}"/>
          </ac:spMkLst>
        </pc:spChg>
        <pc:spChg chg="mod">
          <ac:chgData name="Guada Azze, Abel" userId="ff16b1c3-f5ab-4a55-810b-5492ea5151e6" providerId="ADAL" clId="{02ADE709-9053-461D-90FB-431F5AADDB52}" dt="2024-10-11T13:26:46.052" v="58" actId="1076"/>
          <ac:spMkLst>
            <pc:docMk/>
            <pc:sldMk cId="1946410685" sldId="530"/>
            <ac:spMk id="4" creationId="{3E59DF8F-76C2-6F69-618C-2B3106907BDB}"/>
          </ac:spMkLst>
        </pc:spChg>
        <pc:spChg chg="mod">
          <ac:chgData name="Guada Azze, Abel" userId="ff16b1c3-f5ab-4a55-810b-5492ea5151e6" providerId="ADAL" clId="{02ADE709-9053-461D-90FB-431F5AADDB52}" dt="2024-10-11T13:26:54.586" v="59" actId="1076"/>
          <ac:spMkLst>
            <pc:docMk/>
            <pc:sldMk cId="1946410685" sldId="530"/>
            <ac:spMk id="7" creationId="{8E97B5A4-3BDC-4C6C-9D9B-FCE5BBDEC420}"/>
          </ac:spMkLst>
        </pc:spChg>
        <pc:picChg chg="mod">
          <ac:chgData name="Guada Azze, Abel" userId="ff16b1c3-f5ab-4a55-810b-5492ea5151e6" providerId="ADAL" clId="{02ADE709-9053-461D-90FB-431F5AADDB52}" dt="2024-10-11T13:26:37.883" v="55" actId="1076"/>
          <ac:picMkLst>
            <pc:docMk/>
            <pc:sldMk cId="1946410685" sldId="530"/>
            <ac:picMk id="5" creationId="{AD627C06-D658-439B-9FDF-CC81544F8DC7}"/>
          </ac:picMkLst>
        </pc:picChg>
        <pc:picChg chg="mod">
          <ac:chgData name="Guada Azze, Abel" userId="ff16b1c3-f5ab-4a55-810b-5492ea5151e6" providerId="ADAL" clId="{02ADE709-9053-461D-90FB-431F5AADDB52}" dt="2024-10-11T13:26:43.267" v="57" actId="1076"/>
          <ac:picMkLst>
            <pc:docMk/>
            <pc:sldMk cId="1946410685" sldId="530"/>
            <ac:picMk id="6" creationId="{9F2B9C2A-703D-9AA3-1C5E-F306F046D539}"/>
          </ac:picMkLst>
        </pc:picChg>
        <pc:picChg chg="mod">
          <ac:chgData name="Guada Azze, Abel" userId="ff16b1c3-f5ab-4a55-810b-5492ea5151e6" providerId="ADAL" clId="{02ADE709-9053-461D-90FB-431F5AADDB52}" dt="2024-10-11T13:26:54.586" v="59" actId="1076"/>
          <ac:picMkLst>
            <pc:docMk/>
            <pc:sldMk cId="1946410685" sldId="530"/>
            <ac:picMk id="8" creationId="{BB0C7164-C016-465D-8ABF-3663F580F3F5}"/>
          </ac:picMkLst>
        </pc:picChg>
      </pc:sldChg>
      <pc:sldChg chg="modSp mod ord">
        <pc:chgData name="Guada Azze, Abel" userId="ff16b1c3-f5ab-4a55-810b-5492ea5151e6" providerId="ADAL" clId="{02ADE709-9053-461D-90FB-431F5AADDB52}" dt="2024-10-11T13:31:12.003" v="120" actId="20577"/>
        <pc:sldMkLst>
          <pc:docMk/>
          <pc:sldMk cId="3533140439" sldId="532"/>
        </pc:sldMkLst>
        <pc:spChg chg="mod">
          <ac:chgData name="Guada Azze, Abel" userId="ff16b1c3-f5ab-4a55-810b-5492ea5151e6" providerId="ADAL" clId="{02ADE709-9053-461D-90FB-431F5AADDB52}" dt="2024-10-11T13:31:12.003" v="120" actId="20577"/>
          <ac:spMkLst>
            <pc:docMk/>
            <pc:sldMk cId="3533140439" sldId="532"/>
            <ac:spMk id="2" creationId="{B1109C49-3D91-41E0-8C70-563C2B76D65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>
            <a:normAutofit/>
          </a:bodyPr>
          <a:lstStyle>
            <a:lvl1pPr algn="ctr">
              <a:defRPr sz="5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8A24112E-3B02-413E-97A1-FBA95C8C3F4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Imagen 7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3562560A-6164-4CB5-BAD9-F5C9FB7B485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36000" y="339773"/>
            <a:ext cx="1920000" cy="5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14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7052"/>
            <a:ext cx="10515600" cy="1325563"/>
          </a:xfrm>
        </p:spPr>
        <p:txBody>
          <a:bodyPr>
            <a:normAutofit/>
          </a:bodyPr>
          <a:lstStyle>
            <a:lvl1pPr algn="ctr">
              <a:defRPr sz="3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70348"/>
            <a:ext cx="10515600" cy="419242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Imagen 6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ED89C7AA-D34B-46D9-9FCC-D296AFE5309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062733-E6D5-4481-8822-50037804E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568CDD-1767-4248-A96A-C409132B1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8A24112E-3B02-413E-97A1-FBA95C8C3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3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166284"/>
            <a:ext cx="10515600" cy="2852737"/>
          </a:xfrm>
        </p:spPr>
        <p:txBody>
          <a:bodyPr anchor="b">
            <a:normAutofit/>
          </a:bodyPr>
          <a:lstStyle>
            <a:lvl1pPr algn="ctr">
              <a:defRPr sz="5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046009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Imagen 6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67E88E7D-0525-47E5-9748-D81438A0634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82C6239-F082-47E9-85DC-521DEE84E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A8E6ECA-7C16-44F2-8449-6ADF52B16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8A24112E-3B02-413E-97A1-FBA95C8C3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584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0205"/>
            <a:ext cx="10515600" cy="1325563"/>
          </a:xfrm>
        </p:spPr>
        <p:txBody>
          <a:bodyPr>
            <a:normAutofit/>
          </a:bodyPr>
          <a:lstStyle>
            <a:lvl1pPr algn="ctr">
              <a:defRPr sz="4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70361"/>
            <a:ext cx="5181600" cy="42614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070361"/>
            <a:ext cx="5181600" cy="42614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Imagen 7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319CA7E7-228A-4B29-B6A4-E6424CDD492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712C0B9-D47E-4145-9386-F0F3A625C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711BA96-AED7-49D2-8A7B-60DA8E23A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8A24112E-3B02-413E-97A1-FBA95C8C3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839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412" y="663565"/>
            <a:ext cx="10515600" cy="1325563"/>
          </a:xfrm>
        </p:spPr>
        <p:txBody>
          <a:bodyPr>
            <a:normAutofit/>
          </a:bodyPr>
          <a:lstStyle>
            <a:lvl1pPr algn="ctr">
              <a:defRPr sz="4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613" y="2066847"/>
            <a:ext cx="5157787" cy="81438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976119"/>
            <a:ext cx="5157787" cy="3312538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9023" y="2066847"/>
            <a:ext cx="5183188" cy="81438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976119"/>
            <a:ext cx="5183188" cy="3312538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Imagen 9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C2A2A27A-FABC-40C3-8095-AAFAB4225DE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3FDB87E-0932-45EC-996B-A6EF3C2CC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201494E-363B-4939-89BF-22E7973B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8A24112E-3B02-413E-97A1-FBA95C8C3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781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7057"/>
            <a:ext cx="10515600" cy="1325563"/>
          </a:xfrm>
        </p:spPr>
        <p:txBody>
          <a:bodyPr>
            <a:normAutofit/>
          </a:bodyPr>
          <a:lstStyle>
            <a:lvl1pPr algn="ctr">
              <a:defRPr sz="4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Imagen 5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6014CBE7-04D0-4D15-8CAE-05BA7AF071E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03CBE26-29BF-435C-9D83-5B77D3D64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E1B97DD-B315-4E3B-B5DC-6FB4EC3E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8A24112E-3B02-413E-97A1-FBA95C8C3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49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C28D7506-54A8-4E7E-8D2E-06AD17FB032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6A075D9-8FBC-4DA9-8742-EC5B5415A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AF3F3F3-2971-4FC6-90A2-69F606B9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8A24112E-3B02-413E-97A1-FBA95C8C3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6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93336"/>
            <a:ext cx="3932237" cy="1600200"/>
          </a:xfrm>
        </p:spPr>
        <p:txBody>
          <a:bodyPr anchor="b"/>
          <a:lstStyle>
            <a:lvl1pPr algn="ct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63146"/>
            <a:ext cx="6172200" cy="554276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510292"/>
            <a:ext cx="3932237" cy="379561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Imagen 7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E0F3642F-BB70-476F-BB00-7D0D087D0AC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9F1F0B0-D757-4364-ABCA-A4BBE0B09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2D43126-38A3-4733-811D-FADB81FC2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8A24112E-3B02-413E-97A1-FBA95C8C3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535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01967"/>
            <a:ext cx="3932237" cy="1600200"/>
          </a:xfrm>
        </p:spPr>
        <p:txBody>
          <a:bodyPr anchor="b">
            <a:noAutofit/>
          </a:bodyPr>
          <a:lstStyle>
            <a:lvl1pPr algn="ctr">
              <a:defRPr sz="3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06282"/>
            <a:ext cx="6172200" cy="549100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484420"/>
            <a:ext cx="3932237" cy="3812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Imagen 7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B7E85F14-AEA1-4D87-925D-5E61B51DF5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31736F3-2699-4E2B-8D85-A5E8CDB1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3920F5F-175E-4C29-A92A-E9524488B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8A24112E-3B02-413E-97A1-FBA95C8C3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70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2259"/>
            <a:ext cx="10515600" cy="1190446"/>
          </a:xfrm>
        </p:spPr>
        <p:txBody>
          <a:bodyPr>
            <a:normAutofit/>
          </a:bodyPr>
          <a:lstStyle>
            <a:lvl1pPr algn="ctr">
              <a:defRPr sz="4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070345"/>
            <a:ext cx="10515600" cy="40031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Imagen 6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6EDBF45E-0622-4461-9D09-5D44AE76998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1EE8274-B5A6-49D8-8A70-97ADA2BC8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E37FFFA-FB32-477B-92B1-988346F38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8A24112E-3B02-413E-97A1-FBA95C8C3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81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793635"/>
            <a:ext cx="2628900" cy="5503650"/>
          </a:xfrm>
        </p:spPr>
        <p:txBody>
          <a:bodyPr vert="eaVert"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793635"/>
            <a:ext cx="7734300" cy="55036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Imagen 6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CCB90148-80F7-4075-BFCB-DB2C2515D9D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F22E907-5AB2-454F-8427-26AD4DEA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A14CB4-D9C0-4CBE-89E8-BBEC93F00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8A24112E-3B02-413E-97A1-FBA95C8C3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150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622432"/>
            <a:ext cx="10515600" cy="3554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08B05-8652-4065-86B2-F94F4DA97FFE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4112E-3B02-413E-97A1-FBA95C8C3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510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support.microsoft.com/en-us/office/countifs-function-dda3dc6e-f74e-4aee-88bc-aa8c2a866842" TargetMode="External"/><Relationship Id="rId13" Type="http://schemas.openxmlformats.org/officeDocument/2006/relationships/hyperlink" Target="https://support.microsoft.com/en-us/office/using-functions-and-nested-functions-in-excel-formulas-3f4cf298-ded7-4f91-bc80-607533b65f02" TargetMode="External"/><Relationship Id="rId18" Type="http://schemas.openxmlformats.org/officeDocument/2006/relationships/hyperlink" Target="https://support.microsoft.com/en-us/office/stockhistory-function-1ac8b5b3-5f62-4d94-8ab8-7504ec7239a8" TargetMode="External"/><Relationship Id="rId26" Type="http://schemas.openxmlformats.org/officeDocument/2006/relationships/hyperlink" Target="https://support.microsoft.com/en-us/office/vlookup-function-0bbc8083-26fe-4963-8ab8-93a18ad188a1" TargetMode="External"/><Relationship Id="rId3" Type="http://schemas.openxmlformats.org/officeDocument/2006/relationships/hyperlink" Target="https://support.microsoft.com/en-us/office/overview-of-formulas-34519a4e-1e8d-4f4b-84d4-d642c4f63263" TargetMode="External"/><Relationship Id="rId21" Type="http://schemas.openxmlformats.org/officeDocument/2006/relationships/hyperlink" Target="https://support.microsoft.com/en-us/office/mid-midb-functions-d5f9e25c-d7d6-472e-b568-4ecb12433028" TargetMode="External"/><Relationship Id="rId7" Type="http://schemas.openxmlformats.org/officeDocument/2006/relationships/hyperlink" Target="https://support.microsoft.com/en-us/office/sumifs-function-c9e748f5-7ea7-455d-9406-611cebce642b" TargetMode="External"/><Relationship Id="rId12" Type="http://schemas.openxmlformats.org/officeDocument/2006/relationships/hyperlink" Target="https://support.microsoft.com/en-us/office/averageifs-function-48910c45-1fc0-4389-a028-f7c5c3001690" TargetMode="External"/><Relationship Id="rId17" Type="http://schemas.openxmlformats.org/officeDocument/2006/relationships/hyperlink" Target="https://support.microsoft.com/en-us/office/subtotal-function-7b027003-f060-4ade-9040-e478765b9939" TargetMode="External"/><Relationship Id="rId25" Type="http://schemas.openxmlformats.org/officeDocument/2006/relationships/hyperlink" Target="https://support.microsoft.com/en-us/office/textafter-function-c8db2546-5b51-416a-9690-c7e6722e90b4" TargetMode="External"/><Relationship Id="rId2" Type="http://schemas.openxmlformats.org/officeDocument/2006/relationships/hyperlink" Target="https://support.microsoft.com/en-us/office/overview-of-formulas-in-excel-ecfdc708-9162-49e8-b993-c311f47ca173" TargetMode="External"/><Relationship Id="rId16" Type="http://schemas.openxmlformats.org/officeDocument/2006/relationships/hyperlink" Target="https://support.microsoft.com/en-us/office/using-if-with-and-or-and-not-functions-d895f58c-b36c-419e-b1f2-5c193a236d97" TargetMode="External"/><Relationship Id="rId20" Type="http://schemas.openxmlformats.org/officeDocument/2006/relationships/hyperlink" Target="https://support.microsoft.com/en-us/office/right-rightb-functions-240267ee-9afa-4639-a02b-f19e1786cf2f" TargetMode="External"/><Relationship Id="rId29" Type="http://schemas.openxmlformats.org/officeDocument/2006/relationships/hyperlink" Target="https://support.microsoft.com/en-us/office/display-the-relationships-between-formulas-and-cells-a59bef2b-3701-46bf-8ff1-d3518771d50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upport.microsoft.com/en-us/office/countif-function-e0de10c6-f885-4e71-abb4-1f464816df34" TargetMode="External"/><Relationship Id="rId11" Type="http://schemas.openxmlformats.org/officeDocument/2006/relationships/hyperlink" Target="https://support.microsoft.com/en-us/office/averageif-function-faec8e2e-0dec-4308-af69-f5576d8ac642" TargetMode="External"/><Relationship Id="rId24" Type="http://schemas.openxmlformats.org/officeDocument/2006/relationships/hyperlink" Target="https://support.microsoft.com/en-us/office/textbefore-function-d099c28a-dba8-448e-ac6c-f086d0fa1b29" TargetMode="External"/><Relationship Id="rId5" Type="http://schemas.openxmlformats.org/officeDocument/2006/relationships/hyperlink" Target="https://support.microsoft.com/en-us/office/sumif-function-169b8c99-c05c-4483-a712-1697a653039b" TargetMode="External"/><Relationship Id="rId15" Type="http://schemas.openxmlformats.org/officeDocument/2006/relationships/hyperlink" Target="https://support.microsoft.com/en-us/office/if-function-nested-formulas-and-avoiding-pitfalls-0b22ff44-f149-44ba-aeb5-4ef99da241c8" TargetMode="External"/><Relationship Id="rId23" Type="http://schemas.openxmlformats.org/officeDocument/2006/relationships/hyperlink" Target="https://support.microsoft.com/en-us/office/len-lenb-functions-29236f94-cedc-429d-affd-b5e33d2c67cb" TargetMode="External"/><Relationship Id="rId28" Type="http://schemas.openxmlformats.org/officeDocument/2006/relationships/hyperlink" Target="https://support.microsoft.com/en-us/office/xlookup-function-b7fd680e-6d10-43e6-84f9-88eae8bf5929" TargetMode="External"/><Relationship Id="rId10" Type="http://schemas.openxmlformats.org/officeDocument/2006/relationships/hyperlink" Target="https://support.microsoft.com/en-us/office/minifs-function-6ca1ddaa-079b-4e74-80cc-72eef32e6599" TargetMode="External"/><Relationship Id="rId19" Type="http://schemas.openxmlformats.org/officeDocument/2006/relationships/hyperlink" Target="https://support.microsoft.com/en-us/office/left-leftb-functions-9203d2d2-7960-479b-84c6-1ea52b99640c" TargetMode="External"/><Relationship Id="rId4" Type="http://schemas.openxmlformats.org/officeDocument/2006/relationships/hyperlink" Target="https://support.microsoft.com/en-us/office/add-or-remove-add-ins-in-excel-0af570c4-5cf3-4fa9-9b88-403625a0b460" TargetMode="External"/><Relationship Id="rId9" Type="http://schemas.openxmlformats.org/officeDocument/2006/relationships/hyperlink" Target="https://support.microsoft.com/en-us/office/maxifs-function-dfd611e6-da2c-488a-919b-9b6376b28883" TargetMode="External"/><Relationship Id="rId14" Type="http://schemas.openxmlformats.org/officeDocument/2006/relationships/hyperlink" Target="https://support.microsoft.com/en-us/office/if-function-69aed7c9-4e8a-4755-a9bc-aa8bbff73be2" TargetMode="External"/><Relationship Id="rId22" Type="http://schemas.openxmlformats.org/officeDocument/2006/relationships/hyperlink" Target="https://support.microsoft.com/en-us/office/find-findb-functions-c7912941-af2a-4bdf-a553-d0d89b0a0628" TargetMode="External"/><Relationship Id="rId27" Type="http://schemas.openxmlformats.org/officeDocument/2006/relationships/hyperlink" Target="https://support.microsoft.com/en-us/office/hlookup-function-a3034eec-b719-4ba3-bb65-e1ad662ed95f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microsoft.com/en-us/office/overview-of-formulas-34519a4e-1e8d-4f4b-84d4-d642c4f63263" TargetMode="External"/><Relationship Id="rId2" Type="http://schemas.openxmlformats.org/officeDocument/2006/relationships/hyperlink" Target="https://support.microsoft.com/en-us/office/overview-of-formulas-in-excel-ecfdc708-9162-49e8-b993-c311f47ca17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Jl0Qk63z2ZY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Jl0Qk63z2ZY" TargetMode="External"/><Relationship Id="rId3" Type="http://schemas.openxmlformats.org/officeDocument/2006/relationships/hyperlink" Target="https://support.microsoft.com/en-us/office/subtract-numbers-938b7912-5699-4609-969b-38b23ca00d54" TargetMode="External"/><Relationship Id="rId7" Type="http://schemas.openxmlformats.org/officeDocument/2006/relationships/image" Target="../media/image3.jpeg"/><Relationship Id="rId2" Type="http://schemas.openxmlformats.org/officeDocument/2006/relationships/hyperlink" Target="https://support.microsoft.com/en-us/office/sum-function-043e1c7d-7726-4e80-8f32-07b23e057f89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support.microsoft.com/en-us/office/count-function-a59cd7fc-b623-4d93-87a4-d23bf411294c" TargetMode="External"/><Relationship Id="rId4" Type="http://schemas.openxmlformats.org/officeDocument/2006/relationships/hyperlink" Target="https://support.microsoft.com/en-us/office/multiply-and-divide-numbers-in-excel-4585b0ea-0ea0-4faf-84e4-3db5d4b2dc5d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support.microsoft.com/en-us/office/quartile-inc-function-1bbacc80-5075-42f1-aed6-47d735c4819d" TargetMode="External"/><Relationship Id="rId13" Type="http://schemas.openxmlformats.org/officeDocument/2006/relationships/image" Target="../media/image3.jpeg"/><Relationship Id="rId3" Type="http://schemas.openxmlformats.org/officeDocument/2006/relationships/hyperlink" Target="https://support.microsoft.com/en-us/office/max-function-e0012414-9ac8-4b34-9a47-73e662c08098" TargetMode="External"/><Relationship Id="rId7" Type="http://schemas.openxmlformats.org/officeDocument/2006/relationships/hyperlink" Target="https://support.microsoft.com/en-us/office/stdev-s-function-7d69cf97-0c1f-4acf-be27-f3e83904cc23" TargetMode="External"/><Relationship Id="rId12" Type="http://schemas.openxmlformats.org/officeDocument/2006/relationships/hyperlink" Target="https://www.youtube.com/watch?v=Jl0Qk63z2ZY" TargetMode="External"/><Relationship Id="rId2" Type="http://schemas.openxmlformats.org/officeDocument/2006/relationships/hyperlink" Target="https://support.microsoft.com/en-us/office/average-function-047bac88-d466-426c-a32b-8f33eb960cf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upport.microsoft.com/en-us/office/mode-function-e45192ce-9122-4980-82ed-4bdc34973120" TargetMode="External"/><Relationship Id="rId11" Type="http://schemas.openxmlformats.org/officeDocument/2006/relationships/image" Target="../media/image5.jpeg"/><Relationship Id="rId5" Type="http://schemas.openxmlformats.org/officeDocument/2006/relationships/hyperlink" Target="https://support.microsoft.com/en-us/office/median-function-d0916313-4753-414c-8537-ce85bdd967d2" TargetMode="External"/><Relationship Id="rId10" Type="http://schemas.openxmlformats.org/officeDocument/2006/relationships/image" Target="../media/image4.png"/><Relationship Id="rId4" Type="http://schemas.openxmlformats.org/officeDocument/2006/relationships/hyperlink" Target="https://support.microsoft.com/en-us/office/min-function-61635d12-920f-4ce2-a70f-96f202dcc152" TargetMode="External"/><Relationship Id="rId9" Type="http://schemas.openxmlformats.org/officeDocument/2006/relationships/hyperlink" Target="https://support.microsoft.com/en-us/office/percentile-inc-function-680f9539-45eb-410b-9a5e-c1355e5fe2ed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support.microsoft.com/en-us/office/load-the-analysis-toolpak-in-excel-6a63e598-cd6d-42e3-9317-6b40ba1a66b4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hyperlink" Target="https://www.youtube.com/watch?v=UZdEWo_a4Wc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ZdEWo_a4Wc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hyperlink" Target="https://support.microsoft.com/en-us/office/countif-function-e0de10c6-f885-4e71-abb4-1f464816df34" TargetMode="External"/><Relationship Id="rId7" Type="http://schemas.openxmlformats.org/officeDocument/2006/relationships/hyperlink" Target="https://www.youtube.com/watch?v=BO1-prCG8DI" TargetMode="External"/><Relationship Id="rId2" Type="http://schemas.openxmlformats.org/officeDocument/2006/relationships/hyperlink" Target="https://support.microsoft.com/en-us/office/sumif-function-169b8c99-c05c-4483-a712-1697a653039b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support.microsoft.com/en-us/office/countifs-function-dda3dc6e-f74e-4aee-88bc-aa8c2a866842" TargetMode="External"/><Relationship Id="rId4" Type="http://schemas.openxmlformats.org/officeDocument/2006/relationships/hyperlink" Target="https://support.microsoft.com/en-us/office/sumifs-function-c9e748f5-7ea7-455d-9406-611cebce642b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hyperlink" Target="https://support.microsoft.com/en-us/office/minifs-function-6ca1ddaa-079b-4e74-80cc-72eef32e6599" TargetMode="External"/><Relationship Id="rId7" Type="http://schemas.openxmlformats.org/officeDocument/2006/relationships/hyperlink" Target="https://www.youtube.com/watch?v=XZwvyyg6J3M" TargetMode="External"/><Relationship Id="rId2" Type="http://schemas.openxmlformats.org/officeDocument/2006/relationships/hyperlink" Target="https://support.microsoft.com/en-us/office/maxifs-function-dfd611e6-da2c-488a-919b-9b6376b28883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support.microsoft.com/en-us/office/averageifs-function-48910c45-1fc0-4389-a028-f7c5c3001690" TargetMode="External"/><Relationship Id="rId4" Type="http://schemas.openxmlformats.org/officeDocument/2006/relationships/hyperlink" Target="https://support.microsoft.com/en-us/office/averageif-function-faec8e2e-0dec-4308-af69-f5576d8ac642" TargetMode="External"/><Relationship Id="rId9" Type="http://schemas.openxmlformats.org/officeDocument/2006/relationships/hyperlink" Target="https://www.youtube.com/watch?v=EgluXBBtwZ0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support.microsoft.com/en-us/office/using-functions-and-nested-functions-in-excel-formulas-3f4cf298-ded7-4f91-bc80-607533b65f02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support.microsoft.com/es-es/office/crear-una-lista-desplegable-7693307a-59ef-400a-b769-c5402dce407b" TargetMode="External"/><Relationship Id="rId4" Type="http://schemas.openxmlformats.org/officeDocument/2006/relationships/hyperlink" Target="https://www.youtube.com/watch?v=Ytc0WZPpA6E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KkTaQ5OjAGc" TargetMode="External"/><Relationship Id="rId3" Type="http://schemas.openxmlformats.org/officeDocument/2006/relationships/hyperlink" Target="https://support.microsoft.com/en-us/office/ifs-function-36329a26-37b2-467c-972b-4a39bd951d45" TargetMode="External"/><Relationship Id="rId7" Type="http://schemas.openxmlformats.org/officeDocument/2006/relationships/image" Target="../media/image3.jpeg"/><Relationship Id="rId2" Type="http://schemas.openxmlformats.org/officeDocument/2006/relationships/hyperlink" Target="https://support.microsoft.com/en-us/office/if-function-69aed7c9-4e8a-4755-a9bc-aa8bbff73be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H3jOF17Klz4" TargetMode="External"/><Relationship Id="rId5" Type="http://schemas.openxmlformats.org/officeDocument/2006/relationships/hyperlink" Target="https://support.microsoft.com/en-us/office/using-if-with-and-or-and-not-functions-d895f58c-b36c-419e-b1f2-5c193a236d97" TargetMode="External"/><Relationship Id="rId4" Type="http://schemas.openxmlformats.org/officeDocument/2006/relationships/hyperlink" Target="https://support.microsoft.com/en-us/office/if-function-nested-formulas-and-avoiding-pitfalls-0b22ff44-f149-44ba-aeb5-4ef99da241c8" TargetMode="External"/><Relationship Id="rId9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microsoft.com/en-us/office/filter-data-in-a-range-or-table-01832226-31b5-4568-8806-38c37dcc180e" TargetMode="External"/><Relationship Id="rId7" Type="http://schemas.openxmlformats.org/officeDocument/2006/relationships/image" Target="../media/image4.png"/><Relationship Id="rId2" Type="http://schemas.openxmlformats.org/officeDocument/2006/relationships/hyperlink" Target="https://support.microsoft.com/en-us/office/subtotal-function-7b027003-f060-4ade-9040-e478765b993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0bdhy0ty7Mc" TargetMode="External"/><Relationship Id="rId5" Type="http://schemas.openxmlformats.org/officeDocument/2006/relationships/image" Target="../media/image3.jpeg"/><Relationship Id="rId4" Type="http://schemas.openxmlformats.org/officeDocument/2006/relationships/hyperlink" Target="https://support.microsoft.com/en-us/office/use-slicers-to-filter-data-249f966b-a9d5-4b0f-b31a-12651785d29d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support.microsoft.com/en-us/office/stockhistory-function-1ac8b5b3-5f62-4d94-8ab8-7504ec7239a8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youtube.com/watch?v=dQ9wMNvjfCA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rbUYH5n0DuM" TargetMode="External"/><Relationship Id="rId3" Type="http://schemas.openxmlformats.org/officeDocument/2006/relationships/hyperlink" Target="https://support.microsoft.com/en-us/office/right-rightb-functions-240267ee-9afa-4639-a02b-f19e1786cf2f" TargetMode="External"/><Relationship Id="rId7" Type="http://schemas.openxmlformats.org/officeDocument/2006/relationships/image" Target="../media/image4.png"/><Relationship Id="rId2" Type="http://schemas.openxmlformats.org/officeDocument/2006/relationships/hyperlink" Target="https://support.microsoft.com/en-us/office/left-leftb-functions-9203d2d2-7960-479b-84c6-1ea52b99640c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upport.microsoft.com/en-us/office/len-lenb-functions-29236f94-cedc-429d-affd-b5e33d2c67cb" TargetMode="External"/><Relationship Id="rId5" Type="http://schemas.openxmlformats.org/officeDocument/2006/relationships/hyperlink" Target="https://support.microsoft.com/en-us/office/find-findb-functions-c7912941-af2a-4bdf-a553-d0d89b0a0628" TargetMode="External"/><Relationship Id="rId4" Type="http://schemas.openxmlformats.org/officeDocument/2006/relationships/hyperlink" Target="https://support.microsoft.com/en-us/office/mid-midb-functions-d5f9e25c-d7d6-472e-b568-4ecb12433028" TargetMode="External"/><Relationship Id="rId9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microsoft.com/en-us/office/textbefore-function-d099c28a-dba8-448e-ac6c-f086d0fa1b29" TargetMode="External"/><Relationship Id="rId7" Type="http://schemas.openxmlformats.org/officeDocument/2006/relationships/hyperlink" Target="https://www.youtube.com/watch?v=p92Ta3J5vGU" TargetMode="External"/><Relationship Id="rId2" Type="http://schemas.openxmlformats.org/officeDocument/2006/relationships/hyperlink" Target="https://support.microsoft.com/en-us/office/textafter-function-c8db2546-5b51-416a-9690-c7e6722e90b4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4.png"/><Relationship Id="rId4" Type="http://schemas.openxmlformats.org/officeDocument/2006/relationships/hyperlink" Target="https://support.microsoft.com/es-es/office/funci%C3%B3n-textbefore-d099c28a-dba8-448e-ac6c-f086d0fa1b29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microsoft.com/en-us/office/vlookup-function-0bbc8083-26fe-4963-8ab8-93a18ad188a1" TargetMode="External"/><Relationship Id="rId7" Type="http://schemas.openxmlformats.org/officeDocument/2006/relationships/hyperlink" Target="https://www.youtube.com/watch?v=4c0CLUER6nw" TargetMode="External"/><Relationship Id="rId2" Type="http://schemas.openxmlformats.org/officeDocument/2006/relationships/hyperlink" Target="https://support.microsoft.com/en-us/office/xlookup-function-b7fd680e-6d10-43e6-84f9-88eae8bf5929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hyperlink" Target="https://support.microsoft.com/en-us/office/hlookup-function-a3034eec-b719-4ba3-bb65-e1ad662ed95f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support.microsoft.com/en-us/office/weekday-function-60e44483-2ed1-439f-8bd0-e404c190949a" TargetMode="External"/><Relationship Id="rId3" Type="http://schemas.openxmlformats.org/officeDocument/2006/relationships/hyperlink" Target="https://support.microsoft.com/en-us/office/today-function-5eb3078d-a82c-4736-8930-2f51a028fdd9" TargetMode="External"/><Relationship Id="rId7" Type="http://schemas.openxmlformats.org/officeDocument/2006/relationships/hyperlink" Target="https://support.microsoft.com/en-us/office/days-function-57740535-d549-4395-8728-0f07bff0b9df" TargetMode="External"/><Relationship Id="rId12" Type="http://schemas.openxmlformats.org/officeDocument/2006/relationships/image" Target="../media/image4.png"/><Relationship Id="rId2" Type="http://schemas.openxmlformats.org/officeDocument/2006/relationships/hyperlink" Target="https://support.microsoft.com/en-us/office/now-function-3337fd29-145a-4347-b2e6-20c904739c46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support.microsoft.com/en-us/office/day-function-8a7d1cbb-6c7d-4ba1-8aea-25c134d03101" TargetMode="External"/><Relationship Id="rId11" Type="http://schemas.openxmlformats.org/officeDocument/2006/relationships/image" Target="../media/image3.jpeg"/><Relationship Id="rId5" Type="http://schemas.openxmlformats.org/officeDocument/2006/relationships/hyperlink" Target="https://support.microsoft.com/en-us/office/year-function-c64f017a-1354-490d-981f-578e8ec8d3b9" TargetMode="External"/><Relationship Id="rId10" Type="http://schemas.openxmlformats.org/officeDocument/2006/relationships/hyperlink" Target="https://www.youtube.com/watch?v=vXj0J5MgPTs" TargetMode="External"/><Relationship Id="rId4" Type="http://schemas.openxmlformats.org/officeDocument/2006/relationships/hyperlink" Target="https://support.microsoft.com/en-us/office/month-function-579a2881-199b-48b2-ab90-ddba0eba86e8" TargetMode="External"/><Relationship Id="rId9" Type="http://schemas.openxmlformats.org/officeDocument/2006/relationships/hyperlink" Target="https://support.microsoft.com/en-us/office/yearfrac-function-3844141e-c76d-4143-82b6-208454ddc6a8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W-lpQW1MpQ" TargetMode="External"/><Relationship Id="rId2" Type="http://schemas.openxmlformats.org/officeDocument/2006/relationships/hyperlink" Target="https://support.microsoft.com/en-us/office/unique-function-c5ab87fd-30a3-4ce9-9d1a-40204fb85e1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gT2jeP-TFw" TargetMode="External"/><Relationship Id="rId2" Type="http://schemas.openxmlformats.org/officeDocument/2006/relationships/hyperlink" Target="https://support.microsoft.com/en-us/office/display-the-relationships-between-formulas-and-cells-a59bef2b-3701-46bf-8ff1-d3518771d507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FF08932-42BF-4BFD-B6B9-77C748D63F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Formulas and Functions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7BDD0CF-3806-4C13-ABF5-317E3BE1F1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ctr">
            <a:normAutofit/>
          </a:bodyPr>
          <a:lstStyle/>
          <a:p>
            <a:r>
              <a:rPr lang="en-US" dirty="0"/>
              <a:t>USING EXCEL FOR DATA ANALYSIS</a:t>
            </a:r>
            <a:br>
              <a:rPr lang="en-US" dirty="0"/>
            </a:br>
            <a:r>
              <a:rPr lang="en-US" dirty="0"/>
              <a:t> - Basic Excel (II) -</a:t>
            </a:r>
          </a:p>
        </p:txBody>
      </p:sp>
    </p:spTree>
    <p:extLst>
      <p:ext uri="{BB962C8B-B14F-4D97-AF65-F5344CB8AC3E}">
        <p14:creationId xmlns:p14="http://schemas.microsoft.com/office/powerpoint/2010/main" val="1776150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2FDC4-B0B4-4CE4-BF9C-BA52C8C92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507" y="776177"/>
            <a:ext cx="11674549" cy="5952329"/>
          </a:xfrm>
        </p:spPr>
        <p:txBody>
          <a:bodyPr>
            <a:normAutofit lnSpcReduction="10000"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use functions and formulas.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anatomy of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Excel Formulas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what their components mean.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basic math functions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basic statistical functions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/>
              <a:t>How to </a:t>
            </a:r>
            <a:r>
              <a:rPr lang="en-US" sz="1800" dirty="0">
                <a:hlinkClick r:id="rId4"/>
              </a:rPr>
              <a:t>install an Add-in</a:t>
            </a:r>
            <a:endParaRPr lang="en-US" sz="1800" dirty="0"/>
          </a:p>
          <a:p>
            <a:pPr marL="914400" lvl="1" indent="-4572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How to use the Statistics Add-in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use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SUMIF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/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COUNTIF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7"/>
              </a:rPr>
              <a:t>SUMIFS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/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8"/>
              </a:rPr>
              <a:t>COUNTIFS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add cells only when certain conditions are met.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use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9"/>
              </a:rPr>
              <a:t>MAXIFS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MINIFS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AVERAGEIF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2"/>
              </a:rPr>
              <a:t>AVERAGEIFS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3"/>
              </a:rPr>
              <a:t>Nesting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Excel functions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build standalone logical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4"/>
              </a:rPr>
              <a:t>IF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functions and make them more complex by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5"/>
              </a:rPr>
              <a:t>nesting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6"/>
              </a:rPr>
              <a:t>AND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6"/>
              </a:rPr>
              <a:t>and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6"/>
              </a:rPr>
              <a:t> OR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within them.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use the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7"/>
              </a:rPr>
              <a:t>SUBTOTAL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function</a:t>
            </a:r>
          </a:p>
          <a:p>
            <a:pPr marL="914400" lvl="1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to use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8"/>
              </a:rPr>
              <a:t>STOCKHISTORY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function to obtain stock data </a:t>
            </a:r>
          </a:p>
          <a:p>
            <a:pPr marL="914400" lvl="1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 functions - learn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break apart text with the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9"/>
              </a:rPr>
              <a:t>LEFT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0"/>
              </a:rPr>
              <a:t>RIGHT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1"/>
              </a:rPr>
              <a:t>MID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2"/>
              </a:rPr>
              <a:t>FIND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3"/>
              </a:rPr>
              <a:t>LEN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functions.</a:t>
            </a:r>
          </a:p>
          <a:p>
            <a:pPr marL="914400" lvl="1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 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unctions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4"/>
              </a:rPr>
              <a:t>TEXTBEFORE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5"/>
              </a:rPr>
              <a:t>TEXTAFTER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use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6"/>
              </a:rPr>
              <a:t>VLOOKUP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7"/>
              </a:rPr>
              <a:t>HLOOKUP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8"/>
              </a:rPr>
              <a:t>XLOOKUP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find an approximate/exact match and return it or the corresponding value from another column.</a:t>
            </a:r>
          </a:p>
          <a:p>
            <a:pPr marL="914400" lvl="1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Time/Date related functions</a:t>
            </a:r>
          </a:p>
          <a:p>
            <a:pPr marL="914400" lvl="1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Unique Registers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work with formula auditing tools including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9"/>
              </a:rPr>
              <a:t>tracing precedent and dependent cells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1"/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66875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09C49-3D91-41E0-8C70-563C2B76D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Basic Excel (II)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776A0-8CF6-4ED3-9F83-62F40CDAB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use functions and formulas.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anatomy of 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Excel Formulas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what their components mean.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AutoNum type="alphaLcPeriod"/>
            </a:pPr>
            <a:endParaRPr lang="en-US" sz="2800" dirty="0"/>
          </a:p>
          <a:p>
            <a:pPr marL="914400" lvl="1" indent="-457200">
              <a:buFont typeface="Arial" panose="020B0604020202020204" pitchFamily="34" charset="0"/>
              <a:buAutoNum type="alphaLcPeriod"/>
            </a:pPr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95EDE-3A1C-4045-B0E8-979AA312F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A8FD-30F6-464D-A48B-6CA32EF7857A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2" descr="Youtube Logo Vectores, Iconos, Gráficos y Fondos para Descargar Gratis">
            <a:extLst>
              <a:ext uri="{FF2B5EF4-FFF2-40B4-BE49-F238E27FC236}">
                <a16:creationId xmlns:a16="http://schemas.microsoft.com/office/drawing/2014/main" id="{6BA681D1-097F-4FE2-B647-1B937DFA1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870" y="5576640"/>
            <a:ext cx="2068187" cy="77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DAAA46-90F7-4071-A4AF-DFDF9A52E555}"/>
              </a:ext>
            </a:extLst>
          </p:cNvPr>
          <p:cNvSpPr txBox="1"/>
          <p:nvPr/>
        </p:nvSpPr>
        <p:spPr>
          <a:xfrm>
            <a:off x="7893057" y="207802"/>
            <a:ext cx="30704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>
                <a:highlight>
                  <a:srgbClr val="FFFF00"/>
                </a:highlight>
              </a:rPr>
              <a:t>Simple Operations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DFD62222-E6A4-4F58-A567-CB09D29BEB00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2434" y="50261"/>
            <a:ext cx="662731" cy="697920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0B1798A-73D1-4A89-BCBF-32F287D632E6}"/>
              </a:ext>
            </a:extLst>
          </p:cNvPr>
          <p:cNvSpPr txBox="1"/>
          <p:nvPr/>
        </p:nvSpPr>
        <p:spPr>
          <a:xfrm>
            <a:off x="838198" y="5750851"/>
            <a:ext cx="7772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linkClick r:id="rId6"/>
              </a:rPr>
              <a:t>https://www.youtube.com/watch?v=Jl0Qk63z2ZY</a:t>
            </a:r>
            <a:r>
              <a:rPr lang="en-US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1726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09C49-3D91-41E0-8C70-563C2B76D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Basic Excel (II) –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776A0-8CF6-4ED3-9F83-62F40CDAB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use functions and formulas.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basic math functions including:</a:t>
            </a:r>
          </a:p>
          <a:p>
            <a:pPr lvl="2">
              <a:lnSpc>
                <a:spcPct val="107000"/>
              </a:lnSpc>
              <a:spcBef>
                <a:spcPts val="0"/>
              </a:spcBef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Sum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Bef>
                <a:spcPts val="0"/>
              </a:spcBef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Subtract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Bef>
                <a:spcPts val="0"/>
              </a:spcBef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Multiply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Bef>
                <a:spcPts val="0"/>
              </a:spcBef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Divide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Bef>
                <a:spcPts val="0"/>
              </a:spcBef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Count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Bef>
                <a:spcPts val="0"/>
              </a:spcBef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95EDE-3A1C-4045-B0E8-979AA312F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A8FD-30F6-464D-A48B-6CA32EF7857A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412612D4-9D44-486B-B5FD-B7EE0E3206A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2434" y="50261"/>
            <a:ext cx="662731" cy="697920"/>
          </a:xfrm>
          <a:prstGeom prst="rect">
            <a:avLst/>
          </a:prstGeom>
          <a:noFill/>
        </p:spPr>
      </p:pic>
      <p:pic>
        <p:nvPicPr>
          <p:cNvPr id="7" name="Picture 2" descr="Youtube Logo Vectores, Iconos, Gráficos y Fondos para Descargar Gratis">
            <a:extLst>
              <a:ext uri="{FF2B5EF4-FFF2-40B4-BE49-F238E27FC236}">
                <a16:creationId xmlns:a16="http://schemas.microsoft.com/office/drawing/2014/main" id="{12C44F46-62C2-4606-94C1-9B074CB8D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088" y="5903900"/>
            <a:ext cx="2068187" cy="77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49B367-4E0C-4080-95C3-54540DAED230}"/>
              </a:ext>
            </a:extLst>
          </p:cNvPr>
          <p:cNvSpPr txBox="1"/>
          <p:nvPr/>
        </p:nvSpPr>
        <p:spPr>
          <a:xfrm>
            <a:off x="1497416" y="6078111"/>
            <a:ext cx="7772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linkClick r:id="rId8"/>
              </a:rPr>
              <a:t>https://www.youtube.com/watch?v=Jl0Qk63z2ZY</a:t>
            </a:r>
            <a:r>
              <a:rPr lang="en-US" sz="18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069A47-A0BE-AF7F-14D1-8F8CAF130296}"/>
              </a:ext>
            </a:extLst>
          </p:cNvPr>
          <p:cNvSpPr txBox="1"/>
          <p:nvPr/>
        </p:nvSpPr>
        <p:spPr>
          <a:xfrm>
            <a:off x="7951965" y="173991"/>
            <a:ext cx="30704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highlight>
                  <a:srgbClr val="FFFF00"/>
                </a:highlight>
              </a:rPr>
              <a:t>Simple Operations</a:t>
            </a:r>
          </a:p>
        </p:txBody>
      </p:sp>
    </p:spTree>
    <p:extLst>
      <p:ext uri="{BB962C8B-B14F-4D97-AF65-F5344CB8AC3E}">
        <p14:creationId xmlns:p14="http://schemas.microsoft.com/office/powerpoint/2010/main" val="1514322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09C49-3D91-41E0-8C70-563C2B76D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0199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Basic Excel (II) - 3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776A0-8CF6-4ED3-9F83-62F40CDAB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41468"/>
            <a:ext cx="10515600" cy="4192429"/>
          </a:xfrm>
        </p:spPr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use functions and formulas.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basic statistical functions including:</a:t>
            </a:r>
          </a:p>
          <a:p>
            <a:pPr lvl="2">
              <a:lnSpc>
                <a:spcPct val="107000"/>
              </a:lnSpc>
              <a:spcBef>
                <a:spcPts val="0"/>
              </a:spcBef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AVERAGE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Bef>
                <a:spcPts val="0"/>
              </a:spcBef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MAX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Bef>
                <a:spcPts val="0"/>
              </a:spcBef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MIN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Bef>
                <a:spcPts val="0"/>
              </a:spcBef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MEDIAN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Bef>
                <a:spcPts val="0"/>
              </a:spcBef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MODE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Bef>
                <a:spcPts val="0"/>
              </a:spcBef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7"/>
              </a:rPr>
              <a:t>STDEV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.S</a:t>
            </a:r>
          </a:p>
          <a:p>
            <a:pPr lvl="2">
              <a:lnSpc>
                <a:spcPct val="107000"/>
              </a:lnSpc>
              <a:spcBef>
                <a:spcPts val="0"/>
              </a:spcBef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8"/>
              </a:rPr>
              <a:t>QUARTILE.INC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Bef>
                <a:spcPts val="0"/>
              </a:spcBef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9"/>
              </a:rPr>
              <a:t>PERCENTILE.INC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95EDE-3A1C-4045-B0E8-979AA312F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A8FD-30F6-464D-A48B-6CA32EF7857A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67EE1C41-2B58-45DA-BCC9-717C9E7379E3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34705" y="249171"/>
            <a:ext cx="662731" cy="697920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70E010-9822-409D-B9BF-C62D03CDE359}"/>
              </a:ext>
            </a:extLst>
          </p:cNvPr>
          <p:cNvSpPr txBox="1"/>
          <p:nvPr/>
        </p:nvSpPr>
        <p:spPr>
          <a:xfrm>
            <a:off x="5978459" y="4649628"/>
            <a:ext cx="6099242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US" sz="1800" dirty="0"/>
              <a:t>Please download the </a:t>
            </a:r>
            <a:r>
              <a:rPr lang="en-US" sz="1800" dirty="0">
                <a:highlight>
                  <a:srgbClr val="FFFF00"/>
                </a:highlight>
              </a:rPr>
              <a:t>penguins</a:t>
            </a:r>
            <a:r>
              <a:rPr lang="en-US" sz="1800" dirty="0"/>
              <a:t> Excel file from Canvas</a:t>
            </a:r>
          </a:p>
        </p:txBody>
      </p:sp>
      <p:pic>
        <p:nvPicPr>
          <p:cNvPr id="9" name="Picture 2" descr="Line Download Icon Office Gráfico por purplebubble · Creative Fabrica">
            <a:extLst>
              <a:ext uri="{FF2B5EF4-FFF2-40B4-BE49-F238E27FC236}">
                <a16:creationId xmlns:a16="http://schemas.microsoft.com/office/drawing/2014/main" id="{94A5DFBC-C070-438D-B05C-BC18C8B729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28" t="13644" r="27484" b="11172"/>
          <a:stretch/>
        </p:blipFill>
        <p:spPr bwMode="auto">
          <a:xfrm>
            <a:off x="5584176" y="4279996"/>
            <a:ext cx="788565" cy="847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07C8B7-33FF-4687-9EF1-80A24CFB4148}"/>
              </a:ext>
            </a:extLst>
          </p:cNvPr>
          <p:cNvSpPr txBox="1"/>
          <p:nvPr/>
        </p:nvSpPr>
        <p:spPr>
          <a:xfrm>
            <a:off x="2723275" y="6157852"/>
            <a:ext cx="7772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linkClick r:id="rId12"/>
              </a:rPr>
              <a:t>https://www.youtube.com/watch?v=Jl0Qk63z2ZY</a:t>
            </a:r>
            <a:r>
              <a:rPr lang="en-US" sz="1800" dirty="0"/>
              <a:t> </a:t>
            </a:r>
          </a:p>
        </p:txBody>
      </p:sp>
      <p:pic>
        <p:nvPicPr>
          <p:cNvPr id="11" name="Picture 2" descr="Youtube Logo Vectores, Iconos, Gráficos y Fondos para Descargar Gratis">
            <a:extLst>
              <a:ext uri="{FF2B5EF4-FFF2-40B4-BE49-F238E27FC236}">
                <a16:creationId xmlns:a16="http://schemas.microsoft.com/office/drawing/2014/main" id="{AB604AA2-8283-4419-956D-8E8972210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340" y="6030610"/>
            <a:ext cx="2068187" cy="77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00F2D59B-F958-A6C2-4860-C4FAD3B24759}"/>
              </a:ext>
            </a:extLst>
          </p:cNvPr>
          <p:cNvSpPr txBox="1"/>
          <p:nvPr/>
        </p:nvSpPr>
        <p:spPr>
          <a:xfrm>
            <a:off x="8234243" y="413465"/>
            <a:ext cx="3000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highlight>
                  <a:srgbClr val="FFFF00"/>
                </a:highlight>
              </a:rPr>
              <a:t>Penguins</a:t>
            </a:r>
            <a:endParaRPr lang="en-US" sz="1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68582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627A9-9151-4A18-8F14-F023CD7EF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020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Basic Excel (II) –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CA6C4-222F-4896-B4D7-F353F6D9B0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70361"/>
            <a:ext cx="5181600" cy="4261429"/>
          </a:xfrm>
        </p:spPr>
        <p:txBody>
          <a:bodyPr>
            <a:normAutofit/>
          </a:bodyPr>
          <a:lstStyle/>
          <a:p>
            <a:r>
              <a:rPr lang="en-US" dirty="0"/>
              <a:t>How to install an Add-in -&gt; Data Analysis</a:t>
            </a:r>
          </a:p>
          <a:p>
            <a:endParaRPr lang="en-US" dirty="0"/>
          </a:p>
          <a:p>
            <a:pPr lvl="1"/>
            <a:r>
              <a:rPr lang="en-US" sz="2800" dirty="0">
                <a:hlinkClick r:id="rId2"/>
              </a:rPr>
              <a:t>Instructions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627C06-D658-439B-9FDF-CC81544F8D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501" t="23256" r="31538"/>
          <a:stretch/>
        </p:blipFill>
        <p:spPr>
          <a:xfrm>
            <a:off x="5853222" y="2290021"/>
            <a:ext cx="6197351" cy="3331076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97B5A4-3BDC-4C6C-9D9B-FCE5BBDEC420}"/>
              </a:ext>
            </a:extLst>
          </p:cNvPr>
          <p:cNvSpPr txBox="1"/>
          <p:nvPr/>
        </p:nvSpPr>
        <p:spPr>
          <a:xfrm>
            <a:off x="0" y="6147124"/>
            <a:ext cx="6183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https://www.youtube.com/watch?v=UZdEWo_a4Wc</a:t>
            </a:r>
            <a:r>
              <a:rPr lang="en-US" dirty="0"/>
              <a:t> </a:t>
            </a:r>
          </a:p>
        </p:txBody>
      </p:sp>
      <p:pic>
        <p:nvPicPr>
          <p:cNvPr id="8" name="Picture 2" descr="Youtube Logo Vectores, Iconos, Gráficos y Fondos para Descargar Gratis">
            <a:extLst>
              <a:ext uri="{FF2B5EF4-FFF2-40B4-BE49-F238E27FC236}">
                <a16:creationId xmlns:a16="http://schemas.microsoft.com/office/drawing/2014/main" id="{BB0C7164-C016-465D-8ABF-3663F580F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1906" y="5925350"/>
            <a:ext cx="2068187" cy="77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3E59DF8F-76C2-6F69-618C-2B3106907BDB}"/>
              </a:ext>
            </a:extLst>
          </p:cNvPr>
          <p:cNvSpPr txBox="1"/>
          <p:nvPr/>
        </p:nvSpPr>
        <p:spPr>
          <a:xfrm>
            <a:off x="8021973" y="117882"/>
            <a:ext cx="3000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>
                <a:highlight>
                  <a:srgbClr val="FFFF00"/>
                </a:highlight>
              </a:rPr>
              <a:t>Penguins 2</a:t>
            </a:r>
            <a:endParaRPr lang="en-US" sz="1800" dirty="0">
              <a:highlight>
                <a:srgbClr val="FFFF00"/>
              </a:highlight>
            </a:endParaRP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9F2B9C2A-703D-9AA3-1C5E-F306F046D53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2434" y="50261"/>
            <a:ext cx="662731" cy="6979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89962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627A9-9151-4A18-8F14-F023CD7EF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020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sz="4400" dirty="0"/>
              <a:t>Basic Excel (II) –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CA6C4-222F-4896-B4D7-F353F6D9B0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1015" y="2051948"/>
            <a:ext cx="5181600" cy="4261429"/>
          </a:xfrm>
        </p:spPr>
        <p:txBody>
          <a:bodyPr>
            <a:normAutofit/>
          </a:bodyPr>
          <a:lstStyle/>
          <a:p>
            <a:r>
              <a:rPr lang="en-US" dirty="0"/>
              <a:t>Descriptive Statistics using the  Data Analysis add-in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627C06-D658-439B-9FDF-CC81544F8D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01" t="23256" r="31538"/>
          <a:stretch/>
        </p:blipFill>
        <p:spPr>
          <a:xfrm>
            <a:off x="5602850" y="2158759"/>
            <a:ext cx="6197351" cy="3331076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97B5A4-3BDC-4C6C-9D9B-FCE5BBDEC420}"/>
              </a:ext>
            </a:extLst>
          </p:cNvPr>
          <p:cNvSpPr txBox="1"/>
          <p:nvPr/>
        </p:nvSpPr>
        <p:spPr>
          <a:xfrm>
            <a:off x="620709" y="6112025"/>
            <a:ext cx="6183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https://www.youtube.com/watch?v=UZdEWo_a4Wc</a:t>
            </a:r>
            <a:r>
              <a:rPr lang="en-US" dirty="0"/>
              <a:t> </a:t>
            </a:r>
          </a:p>
        </p:txBody>
      </p:sp>
      <p:pic>
        <p:nvPicPr>
          <p:cNvPr id="8" name="Picture 2" descr="Youtube Logo Vectores, Iconos, Gráficos y Fondos para Descargar Gratis">
            <a:extLst>
              <a:ext uri="{FF2B5EF4-FFF2-40B4-BE49-F238E27FC236}">
                <a16:creationId xmlns:a16="http://schemas.microsoft.com/office/drawing/2014/main" id="{BB0C7164-C016-465D-8ABF-3663F580F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2615" y="5890251"/>
            <a:ext cx="2068187" cy="77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3E59DF8F-76C2-6F69-618C-2B3106907BDB}"/>
              </a:ext>
            </a:extLst>
          </p:cNvPr>
          <p:cNvSpPr txBox="1"/>
          <p:nvPr/>
        </p:nvSpPr>
        <p:spPr>
          <a:xfrm>
            <a:off x="8005643" y="475539"/>
            <a:ext cx="3000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highlight>
                  <a:srgbClr val="FFFF00"/>
                </a:highlight>
              </a:rPr>
              <a:t>Penguins 2</a:t>
            </a:r>
            <a:endParaRPr lang="en-US" sz="1800" dirty="0">
              <a:highlight>
                <a:srgbClr val="FFFF00"/>
              </a:highlight>
            </a:endParaRP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9F2B9C2A-703D-9AA3-1C5E-F306F046D539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7470" y="311245"/>
            <a:ext cx="662731" cy="6979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46410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09C49-3D91-41E0-8C70-563C2B76D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Basic Excel (II) - 6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776A0-8CF6-4ED3-9F83-62F40CDAB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use functions and formulas.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use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SUMIF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/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COUNTIF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SUMIFS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/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COUNTIFS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add cells only when certain conditions are met.  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4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95EDE-3A1C-4045-B0E8-979AA312F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A8FD-30F6-464D-A48B-6CA32EF7857A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7961F247-D49E-481A-A40E-6CDF7E785BB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34705" y="228173"/>
            <a:ext cx="662731" cy="697920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CD9870-0B22-4BCE-9E74-D4940C2B00EC}"/>
              </a:ext>
            </a:extLst>
          </p:cNvPr>
          <p:cNvSpPr txBox="1"/>
          <p:nvPr/>
        </p:nvSpPr>
        <p:spPr>
          <a:xfrm>
            <a:off x="2751174" y="589344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7"/>
              </a:rPr>
              <a:t>https://www.youtube.com/watch?v=BO1-prCG8DI</a:t>
            </a:r>
            <a:r>
              <a:rPr lang="en-US" dirty="0"/>
              <a:t> </a:t>
            </a:r>
          </a:p>
        </p:txBody>
      </p:sp>
      <p:pic>
        <p:nvPicPr>
          <p:cNvPr id="10" name="Picture 2" descr="Youtube Logo Vectores, Iconos, Gráficos y Fondos para Descargar Gratis">
            <a:extLst>
              <a:ext uri="{FF2B5EF4-FFF2-40B4-BE49-F238E27FC236}">
                <a16:creationId xmlns:a16="http://schemas.microsoft.com/office/drawing/2014/main" id="{40443A7D-0745-4B69-9032-BE5032FE5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7465" y="5666559"/>
            <a:ext cx="2068187" cy="77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A18EA52B-42A4-8C05-6AFD-7CAFFE51AB3C}"/>
              </a:ext>
            </a:extLst>
          </p:cNvPr>
          <p:cNvSpPr txBox="1"/>
          <p:nvPr/>
        </p:nvSpPr>
        <p:spPr>
          <a:xfrm>
            <a:off x="8152602" y="392467"/>
            <a:ext cx="3000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highlight>
                  <a:srgbClr val="FFFF00"/>
                </a:highlight>
              </a:rPr>
              <a:t>Penguins 2</a:t>
            </a:r>
          </a:p>
        </p:txBody>
      </p:sp>
    </p:spTree>
    <p:extLst>
      <p:ext uri="{BB962C8B-B14F-4D97-AF65-F5344CB8AC3E}">
        <p14:creationId xmlns:p14="http://schemas.microsoft.com/office/powerpoint/2010/main" val="1764596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09C49-3D91-41E0-8C70-563C2B76D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Basic Excel (II) - 7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776A0-8CF6-4ED3-9F83-62F40CDAB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use functions and formulas.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use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MAXIFS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MINIFS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AVERAGEIF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AVERAGEIFS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4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95EDE-3A1C-4045-B0E8-979AA312F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A8FD-30F6-464D-A48B-6CA32EF7857A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5ED934-8656-4AC0-AE5A-EC7550721764}"/>
              </a:ext>
            </a:extLst>
          </p:cNvPr>
          <p:cNvSpPr txBox="1"/>
          <p:nvPr/>
        </p:nvSpPr>
        <p:spPr>
          <a:xfrm>
            <a:off x="8098173" y="487215"/>
            <a:ext cx="3000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>
                <a:highlight>
                  <a:srgbClr val="FFFF00"/>
                </a:highlight>
              </a:rPr>
              <a:t>Penguins 2</a:t>
            </a:r>
            <a:endParaRPr lang="en-US" dirty="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B847CFD0-22DF-4353-84B9-0EFBBE6639F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58506" y="318092"/>
            <a:ext cx="662731" cy="697920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02AE1D-7980-46D5-A9B2-F699CB43DF1E}"/>
              </a:ext>
            </a:extLst>
          </p:cNvPr>
          <p:cNvSpPr txBox="1"/>
          <p:nvPr/>
        </p:nvSpPr>
        <p:spPr>
          <a:xfrm>
            <a:off x="838200" y="6190948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7"/>
              </a:rPr>
              <a:t>https://www.youtube.com/watch?v=XZwvyyg6J3M</a:t>
            </a:r>
            <a:r>
              <a:rPr lang="en-US" dirty="0"/>
              <a:t> </a:t>
            </a:r>
          </a:p>
        </p:txBody>
      </p:sp>
      <p:pic>
        <p:nvPicPr>
          <p:cNvPr id="9" name="Picture 2" descr="Youtube Logo Vectores, Iconos, Gráficos y Fondos para Descargar Gratis">
            <a:extLst>
              <a:ext uri="{FF2B5EF4-FFF2-40B4-BE49-F238E27FC236}">
                <a16:creationId xmlns:a16="http://schemas.microsoft.com/office/drawing/2014/main" id="{160B4157-D36E-4EF0-9395-C4F90276A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348" y="5718792"/>
            <a:ext cx="2068187" cy="77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4365A3-3194-429A-9B45-B690DC6AD2B8}"/>
              </a:ext>
            </a:extLst>
          </p:cNvPr>
          <p:cNvSpPr txBox="1"/>
          <p:nvPr/>
        </p:nvSpPr>
        <p:spPr>
          <a:xfrm>
            <a:off x="838199" y="5653359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9"/>
              </a:rPr>
              <a:t>https://www.youtube.com/watch?v=EgluXBBtwZ0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2525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09C49-3D91-41E0-8C70-563C2B76D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Basic Excel (II) - 8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776A0-8CF6-4ED3-9F83-62F40CDAB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use functions and formulas.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Nesting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Excel functions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US" sz="3200" dirty="0">
                <a:latin typeface="Calibri" panose="020F0502020204030204" pitchFamily="34" charset="0"/>
                <a:cs typeface="Times New Roman" panose="02020603050405020304" pitchFamily="18" charset="0"/>
              </a:rPr>
              <a:t>Comment on customized lists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4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95EDE-3A1C-4045-B0E8-979AA312F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A8FD-30F6-464D-A48B-6CA32EF7857A}" type="slidenum">
              <a:rPr lang="en-US" smtClean="0"/>
              <a:t>10</a:t>
            </a:fld>
            <a:endParaRPr lang="en-US"/>
          </a:p>
        </p:txBody>
      </p:sp>
      <p:pic>
        <p:nvPicPr>
          <p:cNvPr id="9" name="Picture 2" descr="Youtube Logo Vectores, Iconos, Gráficos y Fondos para Descargar Gratis">
            <a:extLst>
              <a:ext uri="{FF2B5EF4-FFF2-40B4-BE49-F238E27FC236}">
                <a16:creationId xmlns:a16="http://schemas.microsoft.com/office/drawing/2014/main" id="{160B4157-D36E-4EF0-9395-C4F90276A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348" y="5718792"/>
            <a:ext cx="2068187" cy="77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B54769-7A05-4D6B-A8BA-03547CA9E0C7}"/>
              </a:ext>
            </a:extLst>
          </p:cNvPr>
          <p:cNvSpPr txBox="1"/>
          <p:nvPr/>
        </p:nvSpPr>
        <p:spPr>
          <a:xfrm>
            <a:off x="1014413" y="5922153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https://www.youtube.com/watch?v=Ytc0WZPpA6E</a:t>
            </a:r>
            <a:r>
              <a:rPr lang="en-US" dirty="0"/>
              <a:t>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162B226-31D7-BAE3-AC9E-1B924B14A9C4}"/>
              </a:ext>
            </a:extLst>
          </p:cNvPr>
          <p:cNvSpPr txBox="1"/>
          <p:nvPr/>
        </p:nvSpPr>
        <p:spPr>
          <a:xfrm>
            <a:off x="1446475" y="4501387"/>
            <a:ext cx="6094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hlinkClick r:id="rId5"/>
              </a:rPr>
              <a:t>https://support.microsoft.com/es-es/office/crear-una-lista-desplegable-7693307a-59ef-400a-b769-c5402dce407b</a:t>
            </a:r>
            <a:r>
              <a:rPr lang="es-ES" dirty="0"/>
              <a:t> 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4AB017B8-E435-99AC-C045-EAC45CC9DD25}"/>
              </a:ext>
            </a:extLst>
          </p:cNvPr>
          <p:cNvSpPr txBox="1"/>
          <p:nvPr/>
        </p:nvSpPr>
        <p:spPr>
          <a:xfrm>
            <a:off x="8147159" y="466842"/>
            <a:ext cx="3000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highlight>
                  <a:srgbClr val="FFFF00"/>
                </a:highlight>
              </a:rPr>
              <a:t>Logical Functions</a:t>
            </a:r>
          </a:p>
        </p:txBody>
      </p:sp>
      <p:pic>
        <p:nvPicPr>
          <p:cNvPr id="8" name="Picture 5" descr="Icon&#10;&#10;Description automatically generated">
            <a:extLst>
              <a:ext uri="{FF2B5EF4-FFF2-40B4-BE49-F238E27FC236}">
                <a16:creationId xmlns:a16="http://schemas.microsoft.com/office/drawing/2014/main" id="{383301EA-AD96-71BA-5DB4-EF759CED965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6605" y="302548"/>
            <a:ext cx="662731" cy="6979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38468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09C49-3D91-41E0-8C70-563C2B76D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Basic Excel (II) - 9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776A0-8CF6-4ED3-9F83-62F40CDAB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use functions and formulas.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build standalone logical 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IF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IFS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functions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ake them more complex by 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nesting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AND </a:t>
            </a:r>
            <a:r>
              <a:rPr lang="en-US" sz="32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and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 OR </a:t>
            </a: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within them.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4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95EDE-3A1C-4045-B0E8-979AA312F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A8FD-30F6-464D-A48B-6CA32EF7857A}" type="slidenum">
              <a:rPr lang="en-US" smtClean="0"/>
              <a:t>11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F0180E-0005-4F15-B91F-D6AACFF62B22}"/>
              </a:ext>
            </a:extLst>
          </p:cNvPr>
          <p:cNvSpPr txBox="1"/>
          <p:nvPr/>
        </p:nvSpPr>
        <p:spPr>
          <a:xfrm>
            <a:off x="1517333" y="6006282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6"/>
              </a:rPr>
              <a:t>https://www.youtube.com/watch?v=H3jOF17Klz4</a:t>
            </a:r>
            <a:r>
              <a:rPr lang="en-US" dirty="0"/>
              <a:t> </a:t>
            </a:r>
          </a:p>
        </p:txBody>
      </p:sp>
      <p:pic>
        <p:nvPicPr>
          <p:cNvPr id="9" name="Picture 2" descr="Youtube Logo Vectores, Iconos, Gráficos y Fondos para Descargar Gratis">
            <a:extLst>
              <a:ext uri="{FF2B5EF4-FFF2-40B4-BE49-F238E27FC236}">
                <a16:creationId xmlns:a16="http://schemas.microsoft.com/office/drawing/2014/main" id="{4C845C5D-45B1-4FC8-845E-5E0EA19BB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238" y="5849121"/>
            <a:ext cx="2068187" cy="77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00DFEF-4E07-47DB-A75E-8FB496409C9B}"/>
              </a:ext>
            </a:extLst>
          </p:cNvPr>
          <p:cNvSpPr txBox="1"/>
          <p:nvPr/>
        </p:nvSpPr>
        <p:spPr>
          <a:xfrm>
            <a:off x="1517333" y="6340510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8"/>
              </a:rPr>
              <a:t>https://www.youtube.com/watch?v=KkTaQ5OjAGc</a:t>
            </a:r>
            <a:r>
              <a:rPr lang="en-US" dirty="0"/>
              <a:t> 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DC75FEAE-B24B-55EC-719D-DFEEBF1A5B56}"/>
              </a:ext>
            </a:extLst>
          </p:cNvPr>
          <p:cNvSpPr txBox="1"/>
          <p:nvPr/>
        </p:nvSpPr>
        <p:spPr>
          <a:xfrm>
            <a:off x="8147158" y="417040"/>
            <a:ext cx="3000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highlight>
                  <a:srgbClr val="FFFF00"/>
                </a:highlight>
              </a:rPr>
              <a:t>Logical Functions</a:t>
            </a:r>
          </a:p>
        </p:txBody>
      </p:sp>
      <p:pic>
        <p:nvPicPr>
          <p:cNvPr id="10" name="Picture 5" descr="Icon&#10;&#10;Description automatically generated">
            <a:extLst>
              <a:ext uri="{FF2B5EF4-FFF2-40B4-BE49-F238E27FC236}">
                <a16:creationId xmlns:a16="http://schemas.microsoft.com/office/drawing/2014/main" id="{38EE0C21-D695-0587-D3B4-7424C8BCDCFF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23820" y="279226"/>
            <a:ext cx="662731" cy="6979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09600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09C49-3D91-41E0-8C70-563C2B76D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Basic Excel (II) - 10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776A0-8CF6-4ED3-9F83-62F40CDAB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use functions and formulas.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use the 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SUBTOTAL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function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with 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Table Filters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with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Slicers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95EDE-3A1C-4045-B0E8-979AA312F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A8FD-30F6-464D-A48B-6CA32EF7857A}" type="slidenum">
              <a:rPr lang="en-US" smtClean="0"/>
              <a:t>12</a:t>
            </a:fld>
            <a:endParaRPr lang="en-US"/>
          </a:p>
        </p:txBody>
      </p:sp>
      <p:pic>
        <p:nvPicPr>
          <p:cNvPr id="9" name="Picture 2" descr="Youtube Logo Vectores, Iconos, Gráficos y Fondos para Descargar Gratis">
            <a:extLst>
              <a:ext uri="{FF2B5EF4-FFF2-40B4-BE49-F238E27FC236}">
                <a16:creationId xmlns:a16="http://schemas.microsoft.com/office/drawing/2014/main" id="{B1BAABDB-B01E-4474-AC94-981255E9A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8138" y="5802920"/>
            <a:ext cx="2068187" cy="77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5261021-493B-45DC-B33A-119CC86431A1}"/>
              </a:ext>
            </a:extLst>
          </p:cNvPr>
          <p:cNvSpPr txBox="1"/>
          <p:nvPr/>
        </p:nvSpPr>
        <p:spPr>
          <a:xfrm>
            <a:off x="2480250" y="5983364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6"/>
              </a:rPr>
              <a:t>https://www.youtube.com/watch?v=0bdhy0ty7Mc</a:t>
            </a:r>
            <a:r>
              <a:rPr lang="en-US" dirty="0"/>
              <a:t> </a:t>
            </a:r>
          </a:p>
        </p:txBody>
      </p:sp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1A9CD27C-21C8-4965-87C5-6DB4D26114DF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3067" y="228173"/>
            <a:ext cx="662731" cy="697920"/>
          </a:xfrm>
          <a:prstGeom prst="rect">
            <a:avLst/>
          </a:prstGeom>
          <a:noFill/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7529F31F-E8CB-B1F7-F223-382697F863C0}"/>
              </a:ext>
            </a:extLst>
          </p:cNvPr>
          <p:cNvSpPr txBox="1"/>
          <p:nvPr/>
        </p:nvSpPr>
        <p:spPr>
          <a:xfrm>
            <a:off x="8180390" y="392164"/>
            <a:ext cx="3000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highlight>
                  <a:srgbClr val="FFFF00"/>
                </a:highlight>
              </a:rPr>
              <a:t>Penguins Subtotal Tables</a:t>
            </a:r>
          </a:p>
        </p:txBody>
      </p:sp>
    </p:spTree>
    <p:extLst>
      <p:ext uri="{BB962C8B-B14F-4D97-AF65-F5344CB8AC3E}">
        <p14:creationId xmlns:p14="http://schemas.microsoft.com/office/powerpoint/2010/main" val="1840196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09C49-3D91-41E0-8C70-563C2B76D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Basic Excel (II) - 11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776A0-8CF6-4ED3-9F83-62F40CDAB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use functions and formulas.</a:t>
            </a:r>
          </a:p>
          <a:p>
            <a:pPr marL="914400" lvl="1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to use 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STOCKHISTORY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function to obtain stock data.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95EDE-3A1C-4045-B0E8-979AA312F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A8FD-30F6-464D-A48B-6CA32EF7857A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2" descr="Youtube Logo Vectores, Iconos, Gráficos y Fondos para Descargar Gratis">
            <a:extLst>
              <a:ext uri="{FF2B5EF4-FFF2-40B4-BE49-F238E27FC236}">
                <a16:creationId xmlns:a16="http://schemas.microsoft.com/office/drawing/2014/main" id="{A4613C96-4938-4027-AABF-99805FEBC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818" y="5802920"/>
            <a:ext cx="2068187" cy="77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B48EF4-9C88-41A6-ACB3-651703DA104A}"/>
              </a:ext>
            </a:extLst>
          </p:cNvPr>
          <p:cNvSpPr txBox="1"/>
          <p:nvPr/>
        </p:nvSpPr>
        <p:spPr>
          <a:xfrm>
            <a:off x="943640" y="598336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https://www.youtube.com/watch?v=dQ9wMNvjfCA</a:t>
            </a:r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C6AA77-A26D-E890-82C1-0C6C3D2BE506}"/>
              </a:ext>
            </a:extLst>
          </p:cNvPr>
          <p:cNvSpPr txBox="1"/>
          <p:nvPr/>
        </p:nvSpPr>
        <p:spPr>
          <a:xfrm>
            <a:off x="8119944" y="446321"/>
            <a:ext cx="3000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highlight>
                  <a:srgbClr val="FFFF00"/>
                </a:highlight>
              </a:rPr>
              <a:t>Stock Quotes</a:t>
            </a: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043A0278-6DDC-7ECF-C41B-B10EDB0B3C39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85720" y="279226"/>
            <a:ext cx="662731" cy="6979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77979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09C49-3D91-41E0-8C70-563C2B76D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Basic Excel (II) - 12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776A0-8CF6-4ED3-9F83-62F40CDAB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use functions and formulas.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break apart text with the 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LEFT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RIGHT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MID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FIND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LEN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functions.</a:t>
            </a:r>
          </a:p>
          <a:p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95EDE-3A1C-4045-B0E8-979AA312F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A8FD-30F6-464D-A48B-6CA32EF7857A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C705ACFE-0F4D-493F-A3D4-72082371099D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1162" y="304021"/>
            <a:ext cx="662731" cy="697920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BB3B67-B93F-4723-9C65-0CA1B0C2C7E3}"/>
              </a:ext>
            </a:extLst>
          </p:cNvPr>
          <p:cNvSpPr txBox="1"/>
          <p:nvPr/>
        </p:nvSpPr>
        <p:spPr>
          <a:xfrm>
            <a:off x="2038501" y="605154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8"/>
              </a:rPr>
              <a:t>https://www.youtube.com/watch?v=rbUYH5n0DuM</a:t>
            </a:r>
            <a:r>
              <a:rPr lang="en-US" dirty="0"/>
              <a:t> </a:t>
            </a:r>
          </a:p>
        </p:txBody>
      </p:sp>
      <p:pic>
        <p:nvPicPr>
          <p:cNvPr id="9" name="Picture 2" descr="Youtube Logo Vectores, Iconos, Gráficos y Fondos para Descargar Gratis">
            <a:extLst>
              <a:ext uri="{FF2B5EF4-FFF2-40B4-BE49-F238E27FC236}">
                <a16:creationId xmlns:a16="http://schemas.microsoft.com/office/drawing/2014/main" id="{B1BAABDB-B01E-4474-AC94-981255E9A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8138" y="5802920"/>
            <a:ext cx="2068187" cy="77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03C16DB7-F0CE-02D6-AA6B-4A683348DA38}"/>
              </a:ext>
            </a:extLst>
          </p:cNvPr>
          <p:cNvSpPr txBox="1"/>
          <p:nvPr/>
        </p:nvSpPr>
        <p:spPr>
          <a:xfrm>
            <a:off x="8136273" y="468315"/>
            <a:ext cx="3000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highlight>
                  <a:srgbClr val="FFFF00"/>
                </a:highlight>
              </a:rPr>
              <a:t>Text Functions</a:t>
            </a:r>
          </a:p>
        </p:txBody>
      </p:sp>
    </p:spTree>
    <p:extLst>
      <p:ext uri="{BB962C8B-B14F-4D97-AF65-F5344CB8AC3E}">
        <p14:creationId xmlns:p14="http://schemas.microsoft.com/office/powerpoint/2010/main" val="1886760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93C090-AB28-E064-B878-B25D36C8E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 Text Features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9841B8-3821-66B8-1F3D-DA93792C6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hlinkClick r:id="rId2"/>
              </a:rPr>
              <a:t>Textafter</a:t>
            </a:r>
            <a:r>
              <a:rPr lang="en-US" sz="4000" dirty="0"/>
              <a:t> and </a:t>
            </a:r>
            <a:r>
              <a:rPr lang="en-US" sz="4000" dirty="0">
                <a:hlinkClick r:id="rId3"/>
              </a:rPr>
              <a:t>Textbefore</a:t>
            </a:r>
            <a:endParaRPr lang="en-US" sz="4000" dirty="0">
              <a:hlinkClick r:id="rId4"/>
            </a:endParaRPr>
          </a:p>
          <a:p>
            <a:r>
              <a:rPr lang="en-US" sz="4000" dirty="0"/>
              <a:t>Repeat the previous exercise with these features</a:t>
            </a:r>
            <a:endParaRPr lang="en-US" sz="4000" dirty="0">
              <a:hlinkClick r:id="rId4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27BFBFF8-5D05-B698-98E6-BD028936E960}"/>
              </a:ext>
            </a:extLst>
          </p:cNvPr>
          <p:cNvSpPr txBox="1"/>
          <p:nvPr/>
        </p:nvSpPr>
        <p:spPr>
          <a:xfrm>
            <a:off x="8021973" y="117882"/>
            <a:ext cx="3000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highlight>
                  <a:srgbClr val="FFFF00"/>
                </a:highlight>
              </a:rPr>
              <a:t>Text Functions</a:t>
            </a:r>
          </a:p>
        </p:txBody>
      </p:sp>
      <p:pic>
        <p:nvPicPr>
          <p:cNvPr id="7" name="Picture 5" descr="Icon&#10;&#10;Description automatically generated">
            <a:extLst>
              <a:ext uri="{FF2B5EF4-FFF2-40B4-BE49-F238E27FC236}">
                <a16:creationId xmlns:a16="http://schemas.microsoft.com/office/drawing/2014/main" id="{F4A6CCEF-B585-D7A5-496D-F585EAEF792B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2434" y="50261"/>
            <a:ext cx="662731" cy="697920"/>
          </a:xfrm>
          <a:prstGeom prst="rect">
            <a:avLst/>
          </a:prstGeom>
          <a:noFill/>
        </p:spPr>
      </p:pic>
      <p:pic>
        <p:nvPicPr>
          <p:cNvPr id="8" name="Picture 2" descr="Youtube Logo Vectores, Iconos, Gráficos y Fondos para Descargar Gratis">
            <a:extLst>
              <a:ext uri="{FF2B5EF4-FFF2-40B4-BE49-F238E27FC236}">
                <a16:creationId xmlns:a16="http://schemas.microsoft.com/office/drawing/2014/main" id="{757CE258-E7DD-4AE8-E8FE-6051AB732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576" y="5274541"/>
            <a:ext cx="2068187" cy="77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9540B3-5081-CBCE-9479-47983058142C}"/>
              </a:ext>
            </a:extLst>
          </p:cNvPr>
          <p:cNvSpPr txBox="1"/>
          <p:nvPr/>
        </p:nvSpPr>
        <p:spPr>
          <a:xfrm>
            <a:off x="1999648" y="5477902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hlinkClick r:id="rId7"/>
              </a:rPr>
              <a:t>https://www.youtube.com/watch?v=p92Ta3J5vGU</a:t>
            </a:r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3030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09C49-3D91-41E0-8C70-563C2B76D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Basic Excel (II) - 13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776A0-8CF6-4ED3-9F83-62F40CDAB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0348"/>
            <a:ext cx="10515600" cy="2371023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use functions and formulas.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use 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XLOOKUP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find an approximate/exact match and return it or the corresponding value from another column. (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VLOOKUP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HLOOKUP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 are discontinued)</a:t>
            </a:r>
          </a:p>
          <a:p>
            <a:pPr lvl="1">
              <a:lnSpc>
                <a:spcPct val="107000"/>
              </a:lnSpc>
              <a:spcBef>
                <a:spcPts val="0"/>
              </a:spcBef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95EDE-3A1C-4045-B0E8-979AA312F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A8FD-30F6-464D-A48B-6CA32EF7857A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2" descr="Youtube Logo Vectores, Iconos, Gráficos y Fondos para Descargar Gratis">
            <a:extLst>
              <a:ext uri="{FF2B5EF4-FFF2-40B4-BE49-F238E27FC236}">
                <a16:creationId xmlns:a16="http://schemas.microsoft.com/office/drawing/2014/main" id="{A4613C96-4938-4027-AABF-99805FEBC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818" y="5802920"/>
            <a:ext cx="2068187" cy="77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16E172C1-0A32-41AB-B1F9-FBA222FE7F5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2049" y="279226"/>
            <a:ext cx="662731" cy="697920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E1DEE8E-940A-4F8E-9080-5F0979314DB2}"/>
              </a:ext>
            </a:extLst>
          </p:cNvPr>
          <p:cNvSpPr txBox="1"/>
          <p:nvPr/>
        </p:nvSpPr>
        <p:spPr>
          <a:xfrm>
            <a:off x="1031055" y="5985316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7"/>
              </a:rPr>
              <a:t>https://www.youtube.com/watch?v=4c0CLUER6nw</a:t>
            </a:r>
            <a:r>
              <a:rPr lang="en-US" dirty="0"/>
              <a:t> 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2BE1217D-FA3B-D0E0-6E12-CAE1C19CDCC2}"/>
              </a:ext>
            </a:extLst>
          </p:cNvPr>
          <p:cNvSpPr txBox="1"/>
          <p:nvPr/>
        </p:nvSpPr>
        <p:spPr>
          <a:xfrm>
            <a:off x="8136273" y="443520"/>
            <a:ext cx="3000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 err="1">
                <a:highlight>
                  <a:srgbClr val="FFFF00"/>
                </a:highlight>
              </a:rPr>
              <a:t>Xlookup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919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0A7A4-F04B-4F59-9B99-F01E6E718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Basic Excel (II) – 14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E6014-90A3-4D2F-B1E2-67D88C47AC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/>
              <a:t>Time-</a:t>
            </a:r>
            <a:r>
              <a:rPr lang="es-ES" dirty="0" err="1"/>
              <a:t>related</a:t>
            </a:r>
            <a:r>
              <a:rPr lang="es-ES" dirty="0"/>
              <a:t> formulas</a:t>
            </a:r>
          </a:p>
          <a:p>
            <a:pPr lvl="1"/>
            <a:r>
              <a:rPr lang="es-ES" dirty="0">
                <a:hlinkClick r:id="rId2"/>
              </a:rPr>
              <a:t>Now</a:t>
            </a:r>
            <a:endParaRPr lang="es-ES" dirty="0"/>
          </a:p>
          <a:p>
            <a:pPr lvl="1"/>
            <a:r>
              <a:rPr lang="es-ES" dirty="0">
                <a:hlinkClick r:id="rId3"/>
              </a:rPr>
              <a:t>Today</a:t>
            </a:r>
            <a:endParaRPr lang="es-ES" dirty="0"/>
          </a:p>
          <a:p>
            <a:pPr lvl="1"/>
            <a:r>
              <a:rPr lang="es-ES" dirty="0">
                <a:hlinkClick r:id="rId4"/>
              </a:rPr>
              <a:t>Month</a:t>
            </a:r>
            <a:endParaRPr lang="es-ES" dirty="0"/>
          </a:p>
          <a:p>
            <a:pPr lvl="1"/>
            <a:r>
              <a:rPr lang="es-ES" dirty="0">
                <a:hlinkClick r:id="rId5"/>
              </a:rPr>
              <a:t>Year</a:t>
            </a:r>
            <a:endParaRPr lang="es-ES" dirty="0"/>
          </a:p>
          <a:p>
            <a:pPr lvl="1"/>
            <a:r>
              <a:rPr lang="es-ES" dirty="0">
                <a:hlinkClick r:id="rId6"/>
              </a:rPr>
              <a:t>Day</a:t>
            </a:r>
            <a:endParaRPr lang="es-ES" dirty="0"/>
          </a:p>
          <a:p>
            <a:pPr lvl="1"/>
            <a:r>
              <a:rPr lang="es-ES" dirty="0">
                <a:hlinkClick r:id="rId7"/>
              </a:rPr>
              <a:t>Days</a:t>
            </a:r>
            <a:endParaRPr lang="es-ES" dirty="0"/>
          </a:p>
          <a:p>
            <a:pPr lvl="1"/>
            <a:r>
              <a:rPr lang="es-ES" dirty="0">
                <a:hlinkClick r:id="rId8"/>
              </a:rPr>
              <a:t>Weekday</a:t>
            </a:r>
            <a:endParaRPr lang="es-ES" dirty="0"/>
          </a:p>
          <a:p>
            <a:pPr lvl="1"/>
            <a:r>
              <a:rPr lang="es-ES" dirty="0">
                <a:hlinkClick r:id="rId9"/>
              </a:rPr>
              <a:t>Yearfrac</a:t>
            </a:r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49A7D23-D154-1EC6-0BA7-13A9CC5FC806}"/>
              </a:ext>
            </a:extLst>
          </p:cNvPr>
          <p:cNvSpPr txBox="1"/>
          <p:nvPr/>
        </p:nvSpPr>
        <p:spPr>
          <a:xfrm>
            <a:off x="1092666" y="6147124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hlinkClick r:id="rId10"/>
              </a:rPr>
              <a:t>https://www.youtube.com/watch?v=vXj0J5MgPTs</a:t>
            </a:r>
            <a:r>
              <a:rPr lang="es-ES" dirty="0"/>
              <a:t> </a:t>
            </a:r>
          </a:p>
        </p:txBody>
      </p:sp>
      <p:pic>
        <p:nvPicPr>
          <p:cNvPr id="7" name="Picture 2" descr="Youtube Logo Vectores, Iconos, Gráficos y Fondos para Descargar Gratis">
            <a:extLst>
              <a:ext uri="{FF2B5EF4-FFF2-40B4-BE49-F238E27FC236}">
                <a16:creationId xmlns:a16="http://schemas.microsoft.com/office/drawing/2014/main" id="{B0CD0F12-82DC-3A41-C534-ADCB9CCB5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818" y="5802920"/>
            <a:ext cx="2068187" cy="77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0C39268E-3EEE-BD39-DA01-609E4B6BAFE8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2934" y="302548"/>
            <a:ext cx="662731" cy="697920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3985B4-F116-F976-991F-1886315220ED}"/>
              </a:ext>
            </a:extLst>
          </p:cNvPr>
          <p:cNvSpPr txBox="1"/>
          <p:nvPr/>
        </p:nvSpPr>
        <p:spPr>
          <a:xfrm>
            <a:off x="8119944" y="475539"/>
            <a:ext cx="3000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highlight>
                  <a:srgbClr val="FFFF00"/>
                </a:highlight>
              </a:rPr>
              <a:t>Dates</a:t>
            </a:r>
          </a:p>
        </p:txBody>
      </p:sp>
    </p:spTree>
    <p:extLst>
      <p:ext uri="{BB962C8B-B14F-4D97-AF65-F5344CB8AC3E}">
        <p14:creationId xmlns:p14="http://schemas.microsoft.com/office/powerpoint/2010/main" val="15251299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09C49-3D91-41E0-8C70-563C2B76D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Basic Excel (II) - 15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776A0-8CF6-4ED3-9F83-62F40CDAB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Unique Registers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UNIQUE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95EDE-3A1C-4045-B0E8-979AA312F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A8FD-30F6-464D-A48B-6CA32EF7857A}" type="slidenum">
              <a:rPr lang="en-US" smtClean="0"/>
              <a:t>18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70B67E-8DB6-4ED7-9287-CE73D42005AC}"/>
              </a:ext>
            </a:extLst>
          </p:cNvPr>
          <p:cNvSpPr txBox="1"/>
          <p:nvPr/>
        </p:nvSpPr>
        <p:spPr>
          <a:xfrm>
            <a:off x="838200" y="57745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https://www.youtube.com/watch?v=oW-lpQW1MpQ</a:t>
            </a:r>
            <a:r>
              <a:rPr lang="en-US" dirty="0"/>
              <a:t> </a:t>
            </a:r>
          </a:p>
        </p:txBody>
      </p:sp>
      <p:pic>
        <p:nvPicPr>
          <p:cNvPr id="7" name="Picture 2" descr="Youtube Logo Vectores, Iconos, Gráficos y Fondos para Descargar Gratis">
            <a:extLst>
              <a:ext uri="{FF2B5EF4-FFF2-40B4-BE49-F238E27FC236}">
                <a16:creationId xmlns:a16="http://schemas.microsoft.com/office/drawing/2014/main" id="{A4613C96-4938-4027-AABF-99805FEBC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818" y="5802920"/>
            <a:ext cx="2068187" cy="77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D34A0282-466D-4D44-B787-9121BE2179B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2434" y="50261"/>
            <a:ext cx="662731" cy="697920"/>
          </a:xfrm>
          <a:prstGeom prst="rect">
            <a:avLst/>
          </a:prstGeom>
          <a:noFill/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B26F8480-EDA8-BC09-3429-2CCCE1265469}"/>
              </a:ext>
            </a:extLst>
          </p:cNvPr>
          <p:cNvSpPr txBox="1"/>
          <p:nvPr/>
        </p:nvSpPr>
        <p:spPr>
          <a:xfrm>
            <a:off x="8021972" y="214555"/>
            <a:ext cx="3000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 err="1">
                <a:highlight>
                  <a:srgbClr val="FFFF00"/>
                </a:highlight>
              </a:rPr>
              <a:t>Uniques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140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09C49-3D91-41E0-8C70-563C2B76D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Basic Excel (II) - 16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776A0-8CF6-4ED3-9F83-62F40CDAB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use functions and formulas.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 to work with formula auditing tools including 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tracing precedent and dependent cells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95EDE-3A1C-4045-B0E8-979AA312F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A8FD-30F6-464D-A48B-6CA32EF7857A}" type="slidenum">
              <a:rPr lang="en-US" smtClean="0"/>
              <a:t>19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70B67E-8DB6-4ED7-9287-CE73D42005AC}"/>
              </a:ext>
            </a:extLst>
          </p:cNvPr>
          <p:cNvSpPr txBox="1"/>
          <p:nvPr/>
        </p:nvSpPr>
        <p:spPr>
          <a:xfrm>
            <a:off x="1112875" y="59711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https://www.youtube.com/watch?v=TgT2jeP-TFw</a:t>
            </a:r>
            <a:r>
              <a:rPr lang="en-US" dirty="0"/>
              <a:t> </a:t>
            </a:r>
          </a:p>
        </p:txBody>
      </p:sp>
      <p:pic>
        <p:nvPicPr>
          <p:cNvPr id="7" name="Picture 2" descr="Youtube Logo Vectores, Iconos, Gráficos y Fondos para Descargar Gratis">
            <a:extLst>
              <a:ext uri="{FF2B5EF4-FFF2-40B4-BE49-F238E27FC236}">
                <a16:creationId xmlns:a16="http://schemas.microsoft.com/office/drawing/2014/main" id="{A4613C96-4938-4027-AABF-99805FEBC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818" y="5802920"/>
            <a:ext cx="2068187" cy="77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D34A0282-466D-4D44-B787-9121BE2179B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8377" y="240359"/>
            <a:ext cx="662731" cy="697920"/>
          </a:xfrm>
          <a:prstGeom prst="rect">
            <a:avLst/>
          </a:prstGeom>
          <a:noFill/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B7386ECE-1D34-5BE2-66B1-ADB40FD670AD}"/>
              </a:ext>
            </a:extLst>
          </p:cNvPr>
          <p:cNvSpPr txBox="1"/>
          <p:nvPr/>
        </p:nvSpPr>
        <p:spPr>
          <a:xfrm>
            <a:off x="8174373" y="392468"/>
            <a:ext cx="3000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highlight>
                  <a:srgbClr val="FFFF00"/>
                </a:highlight>
              </a:rPr>
              <a:t>Dates</a:t>
            </a:r>
          </a:p>
        </p:txBody>
      </p:sp>
    </p:spTree>
    <p:extLst>
      <p:ext uri="{BB962C8B-B14F-4D97-AF65-F5344CB8AC3E}">
        <p14:creationId xmlns:p14="http://schemas.microsoft.com/office/powerpoint/2010/main" val="18928812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3" id="{56AAA68C-CE53-4945-A4C8-D93CF5532769}" vid="{A2086E02-FAED-42D0-A00B-346046EAC1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Types of Data Analytics</Template>
  <TotalTime>18260</TotalTime>
  <Words>939</Words>
  <Application>Microsoft Office PowerPoint</Application>
  <PresentationFormat>Widescreen</PresentationFormat>
  <Paragraphs>150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Tema de Office</vt:lpstr>
      <vt:lpstr>USING EXCEL FOR DATA ANALYSIS  - Basic Excel (II) -</vt:lpstr>
      <vt:lpstr>PowerPoint Presentation</vt:lpstr>
      <vt:lpstr>Basic Excel (II) - 1</vt:lpstr>
      <vt:lpstr>Basic Excel (II) – 2</vt:lpstr>
      <vt:lpstr>Basic Excel (II) - 3</vt:lpstr>
      <vt:lpstr>Basic Excel (II) – 4</vt:lpstr>
      <vt:lpstr>Basic Excel (II) – 5</vt:lpstr>
      <vt:lpstr>Basic Excel (II) - 6</vt:lpstr>
      <vt:lpstr>Basic Excel (II) - 7</vt:lpstr>
      <vt:lpstr>Basic Excel (II) - 8</vt:lpstr>
      <vt:lpstr>Basic Excel (II) - 9</vt:lpstr>
      <vt:lpstr>Basic Excel (II) - 10</vt:lpstr>
      <vt:lpstr>Basic Excel (II) - 11</vt:lpstr>
      <vt:lpstr>Basic Excel (II) - 12</vt:lpstr>
      <vt:lpstr>New Text Features</vt:lpstr>
      <vt:lpstr>Basic Excel (II) - 13</vt:lpstr>
      <vt:lpstr>Basic Excel (II) – 14</vt:lpstr>
      <vt:lpstr>Basic Excel (II) - 15</vt:lpstr>
      <vt:lpstr>Basic Excel (II) - 16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EXCEL FOR DATA ANALYSIS  - Basic Excel (II) -</dc:title>
  <dc:creator>Velasco López, Miguel</dc:creator>
  <cp:lastModifiedBy>Guada Azze, Abel</cp:lastModifiedBy>
  <cp:revision>26</cp:revision>
  <dcterms:created xsi:type="dcterms:W3CDTF">2021-10-14T11:04:54Z</dcterms:created>
  <dcterms:modified xsi:type="dcterms:W3CDTF">2024-10-11T13:31:27Z</dcterms:modified>
</cp:coreProperties>
</file>