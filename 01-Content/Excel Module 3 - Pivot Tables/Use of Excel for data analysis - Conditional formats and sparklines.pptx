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07A8A2-DAAE-49E7-B366-0DB098E3ED37}" v="4" dt="2022-11-29T18:51:37.7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kas, Panagiotis" userId="e05341b9-f603-4275-9580-be09a011fac2" providerId="ADAL" clId="{A907A8A2-DAAE-49E7-B366-0DB098E3ED37}"/>
    <pc:docChg chg="modSld">
      <pc:chgData name="Trakas, Panagiotis" userId="e05341b9-f603-4275-9580-be09a011fac2" providerId="ADAL" clId="{A907A8A2-DAAE-49E7-B366-0DB098E3ED37}" dt="2022-11-29T18:52:25.327" v="271" actId="20577"/>
      <pc:docMkLst>
        <pc:docMk/>
      </pc:docMkLst>
      <pc:sldChg chg="modSp mod">
        <pc:chgData name="Trakas, Panagiotis" userId="e05341b9-f603-4275-9580-be09a011fac2" providerId="ADAL" clId="{A907A8A2-DAAE-49E7-B366-0DB098E3ED37}" dt="2022-11-29T18:52:13.456" v="270" actId="20577"/>
        <pc:sldMkLst>
          <pc:docMk/>
          <pc:sldMk cId="3819064180" sldId="256"/>
        </pc:sldMkLst>
        <pc:spChg chg="mod">
          <ac:chgData name="Trakas, Panagiotis" userId="e05341b9-f603-4275-9580-be09a011fac2" providerId="ADAL" clId="{A907A8A2-DAAE-49E7-B366-0DB098E3ED37}" dt="2022-11-29T18:52:06.168" v="257" actId="20577"/>
          <ac:spMkLst>
            <pc:docMk/>
            <pc:sldMk cId="3819064180" sldId="256"/>
            <ac:spMk id="2" creationId="{599D27C0-46BC-4F5D-8356-D3918BE00CDC}"/>
          </ac:spMkLst>
        </pc:spChg>
        <pc:spChg chg="mod">
          <ac:chgData name="Trakas, Panagiotis" userId="e05341b9-f603-4275-9580-be09a011fac2" providerId="ADAL" clId="{A907A8A2-DAAE-49E7-B366-0DB098E3ED37}" dt="2022-11-29T18:52:13.456" v="270" actId="20577"/>
          <ac:spMkLst>
            <pc:docMk/>
            <pc:sldMk cId="3819064180" sldId="256"/>
            <ac:spMk id="3" creationId="{82770197-8F15-46B1-89D6-A7E598DF2A7B}"/>
          </ac:spMkLst>
        </pc:spChg>
      </pc:sldChg>
      <pc:sldChg chg="modSp mod">
        <pc:chgData name="Trakas, Panagiotis" userId="e05341b9-f603-4275-9580-be09a011fac2" providerId="ADAL" clId="{A907A8A2-DAAE-49E7-B366-0DB098E3ED37}" dt="2022-11-29T18:52:25.327" v="271" actId="20577"/>
        <pc:sldMkLst>
          <pc:docMk/>
          <pc:sldMk cId="1600626185" sldId="257"/>
        </pc:sldMkLst>
        <pc:spChg chg="mod">
          <ac:chgData name="Trakas, Panagiotis" userId="e05341b9-f603-4275-9580-be09a011fac2" providerId="ADAL" clId="{A907A8A2-DAAE-49E7-B366-0DB098E3ED37}" dt="2022-11-29T18:43:34.768" v="49" actId="6549"/>
          <ac:spMkLst>
            <pc:docMk/>
            <pc:sldMk cId="1600626185" sldId="257"/>
            <ac:spMk id="2" creationId="{88A45018-A1CB-43D5-AC56-ECBB0E0516DC}"/>
          </ac:spMkLst>
        </pc:spChg>
        <pc:spChg chg="mod">
          <ac:chgData name="Trakas, Panagiotis" userId="e05341b9-f603-4275-9580-be09a011fac2" providerId="ADAL" clId="{A907A8A2-DAAE-49E7-B366-0DB098E3ED37}" dt="2022-11-29T18:52:25.327" v="271" actId="20577"/>
          <ac:spMkLst>
            <pc:docMk/>
            <pc:sldMk cId="1600626185" sldId="257"/>
            <ac:spMk id="3" creationId="{36A9A63A-D022-47F7-A493-1059BB20C42C}"/>
          </ac:spMkLst>
        </pc:spChg>
        <pc:spChg chg="mod">
          <ac:chgData name="Trakas, Panagiotis" userId="e05341b9-f603-4275-9580-be09a011fac2" providerId="ADAL" clId="{A907A8A2-DAAE-49E7-B366-0DB098E3ED37}" dt="2022-11-29T18:51:52.879" v="235" actId="20577"/>
          <ac:spMkLst>
            <pc:docMk/>
            <pc:sldMk cId="1600626185" sldId="257"/>
            <ac:spMk id="5" creationId="{243D8702-524B-476E-9733-85F5BB916395}"/>
          </ac:spMkLst>
        </pc:spChg>
        <pc:spChg chg="mod">
          <ac:chgData name="Trakas, Panagiotis" userId="e05341b9-f603-4275-9580-be09a011fac2" providerId="ADAL" clId="{A907A8A2-DAAE-49E7-B366-0DB098E3ED37}" dt="2022-11-29T18:51:46.273" v="213" actId="20577"/>
          <ac:spMkLst>
            <pc:docMk/>
            <pc:sldMk cId="1600626185" sldId="257"/>
            <ac:spMk id="7" creationId="{73BE947A-D769-439F-8B19-77A48775DA6E}"/>
          </ac:spMkLst>
        </pc:spChg>
      </pc:sldChg>
    </pc:docChg>
  </pc:docChgLst>
  <pc:docChgLst>
    <pc:chgData name="Miguel Velasco" userId="2605b54746be7cf9" providerId="LiveId" clId="{90EDE1EB-CA05-47DD-AAD8-E6A928944D0A}"/>
    <pc:docChg chg="undo custSel addSld modSld">
      <pc:chgData name="Miguel Velasco" userId="2605b54746be7cf9" providerId="LiveId" clId="{90EDE1EB-CA05-47DD-AAD8-E6A928944D0A}" dt="2022-05-05T16:49:35.173" v="453" actId="20577"/>
      <pc:docMkLst>
        <pc:docMk/>
      </pc:docMkLst>
      <pc:sldChg chg="modSp mod">
        <pc:chgData name="Miguel Velasco" userId="2605b54746be7cf9" providerId="LiveId" clId="{90EDE1EB-CA05-47DD-AAD8-E6A928944D0A}" dt="2022-05-05T16:47:10.484" v="393" actId="20577"/>
        <pc:sldMkLst>
          <pc:docMk/>
          <pc:sldMk cId="3819064180" sldId="256"/>
        </pc:sldMkLst>
        <pc:spChg chg="mod">
          <ac:chgData name="Miguel Velasco" userId="2605b54746be7cf9" providerId="LiveId" clId="{90EDE1EB-CA05-47DD-AAD8-E6A928944D0A}" dt="2022-05-05T16:14:54.914" v="26" actId="5793"/>
          <ac:spMkLst>
            <pc:docMk/>
            <pc:sldMk cId="3819064180" sldId="256"/>
            <ac:spMk id="2" creationId="{599D27C0-46BC-4F5D-8356-D3918BE00CDC}"/>
          </ac:spMkLst>
        </pc:spChg>
        <pc:spChg chg="mod">
          <ac:chgData name="Miguel Velasco" userId="2605b54746be7cf9" providerId="LiveId" clId="{90EDE1EB-CA05-47DD-AAD8-E6A928944D0A}" dt="2022-05-05T16:47:10.484" v="393" actId="20577"/>
          <ac:spMkLst>
            <pc:docMk/>
            <pc:sldMk cId="3819064180" sldId="256"/>
            <ac:spMk id="3" creationId="{82770197-8F15-46B1-89D6-A7E598DF2A7B}"/>
          </ac:spMkLst>
        </pc:spChg>
      </pc:sldChg>
      <pc:sldChg chg="addSp modSp new mod">
        <pc:chgData name="Miguel Velasco" userId="2605b54746be7cf9" providerId="LiveId" clId="{90EDE1EB-CA05-47DD-AAD8-E6A928944D0A}" dt="2022-05-05T16:49:35.173" v="453" actId="20577"/>
        <pc:sldMkLst>
          <pc:docMk/>
          <pc:sldMk cId="1600626185" sldId="257"/>
        </pc:sldMkLst>
        <pc:spChg chg="mod">
          <ac:chgData name="Miguel Velasco" userId="2605b54746be7cf9" providerId="LiveId" clId="{90EDE1EB-CA05-47DD-AAD8-E6A928944D0A}" dt="2022-05-05T16:15:55.569" v="145" actId="20577"/>
          <ac:spMkLst>
            <pc:docMk/>
            <pc:sldMk cId="1600626185" sldId="257"/>
            <ac:spMk id="2" creationId="{88A45018-A1CB-43D5-AC56-ECBB0E0516DC}"/>
          </ac:spMkLst>
        </pc:spChg>
        <pc:spChg chg="mod">
          <ac:chgData name="Miguel Velasco" userId="2605b54746be7cf9" providerId="LiveId" clId="{90EDE1EB-CA05-47DD-AAD8-E6A928944D0A}" dt="2022-05-05T16:47:42.806" v="410" actId="3626"/>
          <ac:spMkLst>
            <pc:docMk/>
            <pc:sldMk cId="1600626185" sldId="257"/>
            <ac:spMk id="3" creationId="{36A9A63A-D022-47F7-A493-1059BB20C42C}"/>
          </ac:spMkLst>
        </pc:spChg>
        <pc:spChg chg="add mod">
          <ac:chgData name="Miguel Velasco" userId="2605b54746be7cf9" providerId="LiveId" clId="{90EDE1EB-CA05-47DD-AAD8-E6A928944D0A}" dt="2022-05-05T16:49:35.173" v="453" actId="20577"/>
          <ac:spMkLst>
            <pc:docMk/>
            <pc:sldMk cId="1600626185" sldId="257"/>
            <ac:spMk id="5" creationId="{243D8702-524B-476E-9733-85F5BB916395}"/>
          </ac:spMkLst>
        </pc:spChg>
        <pc:spChg chg="add mod">
          <ac:chgData name="Miguel Velasco" userId="2605b54746be7cf9" providerId="LiveId" clId="{90EDE1EB-CA05-47DD-AAD8-E6A928944D0A}" dt="2022-05-05T16:49:32.363" v="450" actId="14100"/>
          <ac:spMkLst>
            <pc:docMk/>
            <pc:sldMk cId="1600626185" sldId="257"/>
            <ac:spMk id="7" creationId="{73BE947A-D769-439F-8B19-77A48775DA6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>
            <a:normAutofit/>
          </a:bodyPr>
          <a:lstStyle>
            <a:lvl1pPr algn="ctr">
              <a:defRPr sz="5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3562560A-6164-4CB5-BAD9-F5C9FB7B485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36000" y="339773"/>
            <a:ext cx="1920000" cy="5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34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7052"/>
            <a:ext cx="10515600" cy="1325563"/>
          </a:xfrm>
        </p:spPr>
        <p:txBody>
          <a:bodyPr>
            <a:normAutofit/>
          </a:bodyPr>
          <a:lstStyle>
            <a:lvl1pPr algn="ctr">
              <a:defRPr sz="3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70348"/>
            <a:ext cx="10515600" cy="419242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ED89C7AA-D34B-46D9-9FCC-D296AFE5309E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062733-E6D5-4481-8822-50037804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F568CDD-1767-4248-A96A-C409132B1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8685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166284"/>
            <a:ext cx="10515600" cy="2852737"/>
          </a:xfrm>
        </p:spPr>
        <p:txBody>
          <a:bodyPr anchor="b">
            <a:normAutofit/>
          </a:bodyPr>
          <a:lstStyle>
            <a:lvl1pPr algn="ctr">
              <a:defRPr sz="5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046009"/>
            <a:ext cx="105156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67E88E7D-0525-47E5-9748-D81438A0634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382C6239-F082-47E9-85DC-521DEE84E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A8E6ECA-7C16-44F2-8449-6ADF52B16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043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0205"/>
            <a:ext cx="10515600" cy="1325563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070361"/>
            <a:ext cx="5181600" cy="42614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070361"/>
            <a:ext cx="5181600" cy="426142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319CA7E7-228A-4B29-B6A4-E6424CDD492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712C0B9-D47E-4145-9386-F0F3A625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711BA96-AED7-49D2-8A7B-60DA8E23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008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5412" y="663565"/>
            <a:ext cx="10515600" cy="1325563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6613" y="2066847"/>
            <a:ext cx="5157787" cy="81438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976119"/>
            <a:ext cx="5157787" cy="3312538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9023" y="2066847"/>
            <a:ext cx="5183188" cy="81438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976119"/>
            <a:ext cx="5183188" cy="3312538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0" name="Imagen 9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C2A2A27A-FABC-40C3-8095-AAFAB4225DE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3FDB87E-0932-45EC-996B-A6EF3C2CC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01494E-363B-4939-89BF-22E7973B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1314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67057"/>
            <a:ext cx="10515600" cy="1325563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pic>
        <p:nvPicPr>
          <p:cNvPr id="6" name="Imagen 5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6014CBE7-04D0-4D15-8CAE-05BA7AF071E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03CBE26-29BF-435C-9D83-5B77D3D64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E1B97DD-B315-4E3B-B5DC-6FB4EC3E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2070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C28D7506-54A8-4E7E-8D2E-06AD17FB032F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A6A075D9-8FBC-4DA9-8742-EC5B5415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AF3F3F3-2971-4FC6-90A2-69F606B9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3249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93336"/>
            <a:ext cx="3932237" cy="1600200"/>
          </a:xfrm>
        </p:spPr>
        <p:txBody>
          <a:bodyPr anchor="b"/>
          <a:lstStyle>
            <a:lvl1pPr algn="ctr">
              <a:defRPr sz="32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63146"/>
            <a:ext cx="6172200" cy="554276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510292"/>
            <a:ext cx="3932237" cy="379561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E0F3642F-BB70-476F-BB00-7D0D087D0AC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49F1F0B0-D757-4364-ABCA-A4BBE0B0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2D43126-38A3-4733-811D-FADB81FC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5904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01967"/>
            <a:ext cx="3932237" cy="1600200"/>
          </a:xfrm>
        </p:spPr>
        <p:txBody>
          <a:bodyPr anchor="b">
            <a:noAutofit/>
          </a:bodyPr>
          <a:lstStyle>
            <a:lvl1pPr algn="ctr">
              <a:defRPr sz="3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06282"/>
            <a:ext cx="6172200" cy="549100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484420"/>
            <a:ext cx="3932237" cy="38128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B7E85F14-AEA1-4D87-925D-5E61B51DF510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731736F3-2699-4E2B-8D85-A5E8CDB1C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3920F5F-175E-4C29-A92A-E9524488B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4997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02259"/>
            <a:ext cx="10515600" cy="1190446"/>
          </a:xfrm>
        </p:spPr>
        <p:txBody>
          <a:bodyPr>
            <a:normAutofit/>
          </a:bodyPr>
          <a:lstStyle>
            <a:lvl1pPr algn="ctr"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070345"/>
            <a:ext cx="10515600" cy="400310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6EDBF45E-0622-4461-9D09-5D44AE76998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1EE8274-B5A6-49D8-8A70-97ADA2BC8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E37FFFA-FB32-477B-92B1-988346F38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311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793635"/>
            <a:ext cx="2628900" cy="5503650"/>
          </a:xfrm>
        </p:spPr>
        <p:txBody>
          <a:bodyPr vert="eaVert"/>
          <a:lstStyle>
            <a:lvl1pPr algn="ctr">
              <a:defRPr b="1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793635"/>
            <a:ext cx="7734300" cy="550364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7" name="Imagen 6" descr="Imagen que contiene plato, dibujo, reloj&#10;&#10;Descripción generada automáticamente">
            <a:extLst>
              <a:ext uri="{FF2B5EF4-FFF2-40B4-BE49-F238E27FC236}">
                <a16:creationId xmlns:a16="http://schemas.microsoft.com/office/drawing/2014/main" id="{CCB90148-80F7-4075-BFCB-DB2C2515D9D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4608" y="214407"/>
            <a:ext cx="1440000" cy="383400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F22E907-5AB2-454F-8427-26AD4DEA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7059" y="6442614"/>
            <a:ext cx="4114800" cy="365125"/>
          </a:xfrm>
        </p:spPr>
        <p:txBody>
          <a:bodyPr/>
          <a:lstStyle>
            <a:lvl1pPr algn="l">
              <a:defRPr sz="800" i="1">
                <a:latin typeface="+mn-lt"/>
              </a:defRPr>
            </a:lvl1pPr>
          </a:lstStyle>
          <a:p>
            <a:endParaRPr lang="es-E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A14CB4-D9C0-4CBE-89E8-BBEC93F0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42614"/>
            <a:ext cx="2743200" cy="365125"/>
          </a:xfrm>
        </p:spPr>
        <p:txBody>
          <a:bodyPr/>
          <a:lstStyle>
            <a:lvl1pPr>
              <a:defRPr sz="800">
                <a:latin typeface="+mn-lt"/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3908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150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622432"/>
            <a:ext cx="10515600" cy="35545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2F467-D6D6-4CFC-8741-A926B628BFD4}" type="datetimeFigureOut">
              <a:rPr lang="es-ES" smtClean="0"/>
              <a:t>29/11/2022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7BFE1-FDD0-4DE9-AF7B-E61094161B13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924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microsoft.com/en-gb/office/create-sparklines-da9555cd-56f8-41d5-895b-2e40ac58ec50" TargetMode="External"/><Relationship Id="rId2" Type="http://schemas.openxmlformats.org/officeDocument/2006/relationships/hyperlink" Target="https://support.microsoft.com/en-gb/office/use-conditional-formatting-to-highlight-information-fed60dfa-1d3f-4e13-9ecb-f1951ff89d7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HXNkRwmxe50" TargetMode="External"/><Relationship Id="rId5" Type="http://schemas.openxmlformats.org/officeDocument/2006/relationships/hyperlink" Target="https://www.youtube.com/watch?v=4a5auez1oMc" TargetMode="External"/><Relationship Id="rId4" Type="http://schemas.openxmlformats.org/officeDocument/2006/relationships/hyperlink" Target="https://support.microsoft.com/en-gb/office/use-sparklines-to-show-data-trends-1474e169-008c-4783-926b-5c60e620f5c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D27C0-46BC-4F5D-8356-D3918BE00C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Conditional formatting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770197-8F15-46B1-89D6-A7E598DF2A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And </a:t>
            </a:r>
            <a:r>
              <a:rPr lang="es-ES" dirty="0" err="1"/>
              <a:t>Sparklines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1906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45018-A1CB-43D5-AC56-ECBB0E051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Add </a:t>
            </a:r>
            <a:r>
              <a:rPr lang="es-ES" dirty="0" err="1"/>
              <a:t>quick</a:t>
            </a:r>
            <a:r>
              <a:rPr lang="es-ES" dirty="0"/>
              <a:t> visual </a:t>
            </a:r>
            <a:r>
              <a:rPr lang="es-ES" dirty="0" err="1"/>
              <a:t>information</a:t>
            </a:r>
            <a:r>
              <a:rPr lang="es-ES" dirty="0"/>
              <a:t> to tables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A9A63A-D022-47F7-A493-1059BB20C4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You can do very complex things, but let's look at the basics.</a:t>
            </a:r>
            <a:endParaRPr lang="es-ES" dirty="0"/>
          </a:p>
          <a:p>
            <a:r>
              <a:rPr lang="es-ES" dirty="0"/>
              <a:t>This </a:t>
            </a:r>
            <a:r>
              <a:rPr lang="es-ES" dirty="0" err="1"/>
              <a:t>includes</a:t>
            </a:r>
            <a:r>
              <a:rPr lang="es-ES" dirty="0"/>
              <a:t> </a:t>
            </a:r>
            <a:r>
              <a:rPr lang="es-ES" dirty="0" err="1"/>
              <a:t>conditional</a:t>
            </a:r>
            <a:r>
              <a:rPr lang="es-ES" dirty="0"/>
              <a:t> </a:t>
            </a:r>
            <a:r>
              <a:rPr lang="es-ES" dirty="0" err="1"/>
              <a:t>formatting</a:t>
            </a:r>
            <a:r>
              <a:rPr lang="es-ES" dirty="0"/>
              <a:t> (</a:t>
            </a:r>
            <a:r>
              <a:rPr lang="es-ES" dirty="0">
                <a:hlinkClick r:id="rId2"/>
              </a:rPr>
              <a:t>link</a:t>
            </a:r>
            <a:r>
              <a:rPr lang="es-ES" dirty="0"/>
              <a:t>) and the </a:t>
            </a:r>
            <a:r>
              <a:rPr lang="es-ES" dirty="0" err="1"/>
              <a:t>sparklines</a:t>
            </a:r>
            <a:r>
              <a:rPr lang="es-ES" dirty="0"/>
              <a:t> (</a:t>
            </a:r>
            <a:r>
              <a:rPr lang="es-ES" dirty="0">
                <a:hlinkClick r:id="rId3"/>
              </a:rPr>
              <a:t>link1</a:t>
            </a:r>
            <a:r>
              <a:rPr lang="es-ES" dirty="0"/>
              <a:t> and </a:t>
            </a:r>
            <a:r>
              <a:rPr lang="es-ES" dirty="0">
                <a:hlinkClick r:id="rId4"/>
              </a:rPr>
              <a:t>link2</a:t>
            </a:r>
            <a:r>
              <a:rPr lang="es-ES" dirty="0"/>
              <a:t>)</a:t>
            </a:r>
          </a:p>
          <a:p>
            <a:r>
              <a:rPr lang="es-ES" dirty="0" err="1"/>
              <a:t>Download</a:t>
            </a:r>
            <a:r>
              <a:rPr lang="es-ES" dirty="0"/>
              <a:t> the file “</a:t>
            </a:r>
            <a:r>
              <a:rPr lang="es-ES" b="1" i="0" u="none" strike="noStrike" dirty="0" err="1">
                <a:effectLst/>
                <a:latin typeface="Lato Extended"/>
              </a:rPr>
              <a:t>Conditional</a:t>
            </a:r>
            <a:r>
              <a:rPr lang="es-ES" b="1" i="0" u="none" strike="noStrike" dirty="0">
                <a:effectLst/>
                <a:latin typeface="Lato Extended"/>
              </a:rPr>
              <a:t> </a:t>
            </a:r>
            <a:r>
              <a:rPr lang="es-ES" b="1" i="0" u="none" strike="noStrike" dirty="0" err="1">
                <a:effectLst/>
                <a:latin typeface="Lato Extended"/>
              </a:rPr>
              <a:t>formatting</a:t>
            </a:r>
            <a:r>
              <a:rPr lang="es-ES" b="1" i="0" u="none" strike="noStrike" dirty="0">
                <a:effectLst/>
                <a:latin typeface="Lato Extended"/>
              </a:rPr>
              <a:t> and sparklines.xlsx” </a:t>
            </a:r>
            <a:r>
              <a:rPr lang="es-ES" b="1" i="0" u="none" strike="noStrike" dirty="0" err="1">
                <a:effectLst/>
                <a:latin typeface="Lato Extended"/>
              </a:rPr>
              <a:t>from</a:t>
            </a:r>
            <a:r>
              <a:rPr lang="es-ES" b="1" i="0" u="none" strike="noStrike" dirty="0">
                <a:effectLst/>
                <a:latin typeface="Lato Extended"/>
              </a:rPr>
              <a:t> Canvas </a:t>
            </a:r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43D8702-524B-476E-9733-85F5BB916395}"/>
              </a:ext>
            </a:extLst>
          </p:cNvPr>
          <p:cNvSpPr txBox="1"/>
          <p:nvPr/>
        </p:nvSpPr>
        <p:spPr>
          <a:xfrm>
            <a:off x="302004" y="5801112"/>
            <a:ext cx="8252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>
              <a:hlinkClick r:id="rId5"/>
            </a:endParaRPr>
          </a:p>
          <a:p>
            <a:endParaRPr lang="es-ES" dirty="0">
              <a:hlinkClick r:id="rId5"/>
            </a:endParaRPr>
          </a:p>
          <a:p>
            <a:r>
              <a:rPr lang="es-ES" dirty="0">
                <a:hlinkClick r:id="rId5"/>
              </a:rPr>
              <a:t>https://www.youtube.com/watch?v=4a5auez1oMc</a:t>
            </a:r>
            <a:r>
              <a:rPr lang="es-ES" dirty="0"/>
              <a:t> </a:t>
            </a:r>
            <a:r>
              <a:rPr lang="es-ES" dirty="0" err="1"/>
              <a:t>Conditional</a:t>
            </a:r>
            <a:r>
              <a:rPr lang="es-ES" dirty="0"/>
              <a:t> </a:t>
            </a:r>
            <a:r>
              <a:rPr lang="es-ES" dirty="0" err="1"/>
              <a:t>formatting</a:t>
            </a: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3BE947A-D769-439F-8B19-77A48775DA6E}"/>
              </a:ext>
            </a:extLst>
          </p:cNvPr>
          <p:cNvSpPr txBox="1"/>
          <p:nvPr/>
        </p:nvSpPr>
        <p:spPr>
          <a:xfrm>
            <a:off x="394282" y="5723379"/>
            <a:ext cx="8252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>
                <a:hlinkClick r:id="rId6"/>
              </a:rPr>
              <a:t>https://www.youtube.com/watch?v=HXNkRwmxe50</a:t>
            </a:r>
            <a:r>
              <a:rPr lang="es-ES" dirty="0"/>
              <a:t> </a:t>
            </a:r>
            <a:r>
              <a:rPr lang="es-ES" dirty="0" err="1"/>
              <a:t>Sparklines</a:t>
            </a:r>
            <a:r>
              <a:rPr lang="es-E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0626185"/>
      </p:ext>
    </p:extLst>
  </p:cSld>
  <p:clrMapOvr>
    <a:masterClrMapping/>
  </p:clrMapOvr>
</p:sld>
</file>

<file path=ppt/theme/theme1.xml><?xml version="1.0" encoding="utf-8"?>
<a:theme xmlns:a="http://schemas.openxmlformats.org/drawingml/2006/main" name="Uso de Excel para análisis de datos  - Formulas y Funciones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3" id="{56AAA68C-CE53-4945-A4C8-D93CF5532769}" vid="{A2086E02-FAED-42D0-A00B-346046EAC1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Uso de Excel para análisis de datos  - Formulas y Funciones</Template>
  <TotalTime>45</TotalTime>
  <Words>81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Lato Extended</vt:lpstr>
      <vt:lpstr>Uso de Excel para análisis de datos  - Formulas y Funciones</vt:lpstr>
      <vt:lpstr>Conditional formatting</vt:lpstr>
      <vt:lpstr>Add quick visual information to tables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Velasco López, Miguel</dc:creator>
  <cp:lastModifiedBy>Trakas, Panagiotis</cp:lastModifiedBy>
  <cp:revision>1</cp:revision>
  <dcterms:created xsi:type="dcterms:W3CDTF">2022-05-05T16:13:33Z</dcterms:created>
  <dcterms:modified xsi:type="dcterms:W3CDTF">2022-11-29T18:52:32Z</dcterms:modified>
</cp:coreProperties>
</file>