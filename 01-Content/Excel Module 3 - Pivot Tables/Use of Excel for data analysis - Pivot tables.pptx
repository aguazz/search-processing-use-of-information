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1EE958-97BE-4C14-BE59-E9A0C20A0727}" v="9" dt="2022-11-29T17:39:48.9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061" autoAdjust="0"/>
  </p:normalViewPr>
  <p:slideViewPr>
    <p:cSldViewPr snapToGrid="0">
      <p:cViewPr varScale="1">
        <p:scale>
          <a:sx n="137" d="100"/>
          <a:sy n="137" d="100"/>
        </p:scale>
        <p:origin x="92" y="472"/>
      </p:cViewPr>
      <p:guideLst/>
    </p:cSldViewPr>
  </p:slideViewPr>
  <p:outlineViewPr>
    <p:cViewPr>
      <p:scale>
        <a:sx n="33" d="100"/>
        <a:sy n="33" d="100"/>
      </p:scale>
      <p:origin x="0" y="-22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akas, Panagiotis" userId="e05341b9-f603-4275-9580-be09a011fac2" providerId="ADAL" clId="{181EE958-97BE-4C14-BE59-E9A0C20A0727}"/>
    <pc:docChg chg="undo custSel modSld">
      <pc:chgData name="Trakas, Panagiotis" userId="e05341b9-f603-4275-9580-be09a011fac2" providerId="ADAL" clId="{181EE958-97BE-4C14-BE59-E9A0C20A0727}" dt="2022-11-29T17:40:35.134" v="255" actId="20577"/>
      <pc:docMkLst>
        <pc:docMk/>
      </pc:docMkLst>
      <pc:sldChg chg="modSp mod">
        <pc:chgData name="Trakas, Panagiotis" userId="e05341b9-f603-4275-9580-be09a011fac2" providerId="ADAL" clId="{181EE958-97BE-4C14-BE59-E9A0C20A0727}" dt="2022-11-29T17:30:07.886" v="157" actId="20577"/>
        <pc:sldMkLst>
          <pc:docMk/>
          <pc:sldMk cId="235459346" sldId="256"/>
        </pc:sldMkLst>
        <pc:spChg chg="mod">
          <ac:chgData name="Trakas, Panagiotis" userId="e05341b9-f603-4275-9580-be09a011fac2" providerId="ADAL" clId="{181EE958-97BE-4C14-BE59-E9A0C20A0727}" dt="2022-11-29T17:21:11.070" v="15" actId="20577"/>
          <ac:spMkLst>
            <pc:docMk/>
            <pc:sldMk cId="235459346" sldId="256"/>
            <ac:spMk id="2" creationId="{E9525A58-D943-422F-B357-3947FA4F942E}"/>
          </ac:spMkLst>
        </pc:spChg>
        <pc:spChg chg="mod">
          <ac:chgData name="Trakas, Panagiotis" userId="e05341b9-f603-4275-9580-be09a011fac2" providerId="ADAL" clId="{181EE958-97BE-4C14-BE59-E9A0C20A0727}" dt="2022-11-29T17:30:07.886" v="157" actId="20577"/>
          <ac:spMkLst>
            <pc:docMk/>
            <pc:sldMk cId="235459346" sldId="256"/>
            <ac:spMk id="3" creationId="{AEA3BED1-1415-4595-873C-0741DC1E357C}"/>
          </ac:spMkLst>
        </pc:spChg>
      </pc:sldChg>
      <pc:sldChg chg="modSp mod">
        <pc:chgData name="Trakas, Panagiotis" userId="e05341b9-f603-4275-9580-be09a011fac2" providerId="ADAL" clId="{181EE958-97BE-4C14-BE59-E9A0C20A0727}" dt="2022-11-29T17:40:35.134" v="255" actId="20577"/>
        <pc:sldMkLst>
          <pc:docMk/>
          <pc:sldMk cId="1207213779" sldId="257"/>
        </pc:sldMkLst>
        <pc:spChg chg="mod">
          <ac:chgData name="Trakas, Panagiotis" userId="e05341b9-f603-4275-9580-be09a011fac2" providerId="ADAL" clId="{181EE958-97BE-4C14-BE59-E9A0C20A0727}" dt="2022-11-29T17:29:59.029" v="155" actId="20577"/>
          <ac:spMkLst>
            <pc:docMk/>
            <pc:sldMk cId="1207213779" sldId="257"/>
            <ac:spMk id="2" creationId="{4BC2774E-FBDF-4C45-B296-797B06CEACBE}"/>
          </ac:spMkLst>
        </pc:spChg>
        <pc:spChg chg="mod">
          <ac:chgData name="Trakas, Panagiotis" userId="e05341b9-f603-4275-9580-be09a011fac2" providerId="ADAL" clId="{181EE958-97BE-4C14-BE59-E9A0C20A0727}" dt="2022-11-29T17:30:03.925" v="156" actId="20577"/>
          <ac:spMkLst>
            <pc:docMk/>
            <pc:sldMk cId="1207213779" sldId="257"/>
            <ac:spMk id="3" creationId="{E0BB620E-D1D7-43E9-8545-B6F2746587EA}"/>
          </ac:spMkLst>
        </pc:spChg>
        <pc:spChg chg="mod">
          <ac:chgData name="Trakas, Panagiotis" userId="e05341b9-f603-4275-9580-be09a011fac2" providerId="ADAL" clId="{181EE958-97BE-4C14-BE59-E9A0C20A0727}" dt="2022-11-29T17:40:35.134" v="255" actId="20577"/>
          <ac:spMkLst>
            <pc:docMk/>
            <pc:sldMk cId="1207213779" sldId="257"/>
            <ac:spMk id="7" creationId="{3168A5B0-88EF-8E9F-D418-5290CCEAD891}"/>
          </ac:spMkLst>
        </pc:spChg>
      </pc:sldChg>
      <pc:sldChg chg="modSp mod">
        <pc:chgData name="Trakas, Panagiotis" userId="e05341b9-f603-4275-9580-be09a011fac2" providerId="ADAL" clId="{181EE958-97BE-4C14-BE59-E9A0C20A0727}" dt="2022-11-29T17:29:53.262" v="153" actId="20577"/>
        <pc:sldMkLst>
          <pc:docMk/>
          <pc:sldMk cId="3614355430" sldId="258"/>
        </pc:sldMkLst>
        <pc:spChg chg="mod">
          <ac:chgData name="Trakas, Panagiotis" userId="e05341b9-f603-4275-9580-be09a011fac2" providerId="ADAL" clId="{181EE958-97BE-4C14-BE59-E9A0C20A0727}" dt="2022-11-29T17:24:52.065" v="103" actId="27636"/>
          <ac:spMkLst>
            <pc:docMk/>
            <pc:sldMk cId="3614355430" sldId="258"/>
            <ac:spMk id="2" creationId="{6E6BBA15-4013-4421-88FA-EA537D75E1A8}"/>
          </ac:spMkLst>
        </pc:spChg>
        <pc:spChg chg="mod">
          <ac:chgData name="Trakas, Panagiotis" userId="e05341b9-f603-4275-9580-be09a011fac2" providerId="ADAL" clId="{181EE958-97BE-4C14-BE59-E9A0C20A0727}" dt="2022-11-29T17:29:53.262" v="153" actId="20577"/>
          <ac:spMkLst>
            <pc:docMk/>
            <pc:sldMk cId="3614355430" sldId="258"/>
            <ac:spMk id="10" creationId="{4E8748FB-41EC-431B-7EE6-81C4D2086687}"/>
          </ac:spMkLst>
        </pc:spChg>
      </pc:sldChg>
      <pc:sldChg chg="modSp mod">
        <pc:chgData name="Trakas, Panagiotis" userId="e05341b9-f603-4275-9580-be09a011fac2" providerId="ADAL" clId="{181EE958-97BE-4C14-BE59-E9A0C20A0727}" dt="2022-11-29T17:37:37.750" v="252" actId="20577"/>
        <pc:sldMkLst>
          <pc:docMk/>
          <pc:sldMk cId="12214729" sldId="260"/>
        </pc:sldMkLst>
        <pc:spChg chg="mod">
          <ac:chgData name="Trakas, Panagiotis" userId="e05341b9-f603-4275-9580-be09a011fac2" providerId="ADAL" clId="{181EE958-97BE-4C14-BE59-E9A0C20A0727}" dt="2022-11-29T17:31:56.677" v="202" actId="20577"/>
          <ac:spMkLst>
            <pc:docMk/>
            <pc:sldMk cId="12214729" sldId="260"/>
            <ac:spMk id="2" creationId="{30468175-E0A8-43B5-909E-00064CF1C11E}"/>
          </ac:spMkLst>
        </pc:spChg>
        <pc:spChg chg="mod">
          <ac:chgData name="Trakas, Panagiotis" userId="e05341b9-f603-4275-9580-be09a011fac2" providerId="ADAL" clId="{181EE958-97BE-4C14-BE59-E9A0C20A0727}" dt="2022-11-29T17:32:30.329" v="203"/>
          <ac:spMkLst>
            <pc:docMk/>
            <pc:sldMk cId="12214729" sldId="260"/>
            <ac:spMk id="3" creationId="{0444ED01-76D9-43E1-910B-4E437A032496}"/>
          </ac:spMkLst>
        </pc:spChg>
        <pc:spChg chg="mod">
          <ac:chgData name="Trakas, Panagiotis" userId="e05341b9-f603-4275-9580-be09a011fac2" providerId="ADAL" clId="{181EE958-97BE-4C14-BE59-E9A0C20A0727}" dt="2022-11-29T17:37:37.750" v="252" actId="20577"/>
          <ac:spMkLst>
            <pc:docMk/>
            <pc:sldMk cId="12214729" sldId="260"/>
            <ac:spMk id="6" creationId="{83847236-7CC2-EE59-895E-E845864E9D0E}"/>
          </ac:spMkLst>
        </pc:spChg>
      </pc:sldChg>
      <pc:sldChg chg="modSp mod">
        <pc:chgData name="Trakas, Panagiotis" userId="e05341b9-f603-4275-9580-be09a011fac2" providerId="ADAL" clId="{181EE958-97BE-4C14-BE59-E9A0C20A0727}" dt="2022-11-29T17:31:20.726" v="160" actId="313"/>
        <pc:sldMkLst>
          <pc:docMk/>
          <pc:sldMk cId="1193631329" sldId="261"/>
        </pc:sldMkLst>
        <pc:spChg chg="mod">
          <ac:chgData name="Trakas, Panagiotis" userId="e05341b9-f603-4275-9580-be09a011fac2" providerId="ADAL" clId="{181EE958-97BE-4C14-BE59-E9A0C20A0727}" dt="2022-11-29T17:29:40.341" v="150" actId="20577"/>
          <ac:spMkLst>
            <pc:docMk/>
            <pc:sldMk cId="1193631329" sldId="261"/>
            <ac:spMk id="2" creationId="{4BC2774E-FBDF-4C45-B296-797B06CEACBE}"/>
          </ac:spMkLst>
        </pc:spChg>
        <pc:spChg chg="mod">
          <ac:chgData name="Trakas, Panagiotis" userId="e05341b9-f603-4275-9580-be09a011fac2" providerId="ADAL" clId="{181EE958-97BE-4C14-BE59-E9A0C20A0727}" dt="2022-11-29T17:29:12.572" v="143"/>
          <ac:spMkLst>
            <pc:docMk/>
            <pc:sldMk cId="1193631329" sldId="261"/>
            <ac:spMk id="3" creationId="{E0BB620E-D1D7-43E9-8545-B6F2746587EA}"/>
          </ac:spMkLst>
        </pc:spChg>
        <pc:spChg chg="mod">
          <ac:chgData name="Trakas, Panagiotis" userId="e05341b9-f603-4275-9580-be09a011fac2" providerId="ADAL" clId="{181EE958-97BE-4C14-BE59-E9A0C20A0727}" dt="2022-11-29T17:31:20.726" v="160" actId="313"/>
          <ac:spMkLst>
            <pc:docMk/>
            <pc:sldMk cId="1193631329" sldId="261"/>
            <ac:spMk id="6" creationId="{1F5D9620-4BD2-3BA9-DF8E-2EBF194A7074}"/>
          </ac:spMkLst>
        </pc:spChg>
      </pc:sldChg>
    </pc:docChg>
  </pc:docChgLst>
  <pc:docChgLst>
    <pc:chgData name="Miguel Velasco" userId="2605b54746be7cf9" providerId="LiveId" clId="{B99A6D9E-C419-4B62-A95B-008098779816}"/>
    <pc:docChg chg="undo custSel delSld modSld sldOrd">
      <pc:chgData name="Miguel Velasco" userId="2605b54746be7cf9" providerId="LiveId" clId="{B99A6D9E-C419-4B62-A95B-008098779816}" dt="2022-05-11T15:16:32.792" v="179" actId="21"/>
      <pc:docMkLst>
        <pc:docMk/>
      </pc:docMkLst>
      <pc:sldChg chg="addSp delSp modSp mod ord">
        <pc:chgData name="Miguel Velasco" userId="2605b54746be7cf9" providerId="LiveId" clId="{B99A6D9E-C419-4B62-A95B-008098779816}" dt="2022-05-11T13:56:09.515" v="175" actId="403"/>
        <pc:sldMkLst>
          <pc:docMk/>
          <pc:sldMk cId="1207213779" sldId="257"/>
        </pc:sldMkLst>
        <pc:spChg chg="mod">
          <ac:chgData name="Miguel Velasco" userId="2605b54746be7cf9" providerId="LiveId" clId="{B99A6D9E-C419-4B62-A95B-008098779816}" dt="2022-05-11T13:56:09.515" v="175" actId="403"/>
          <ac:spMkLst>
            <pc:docMk/>
            <pc:sldMk cId="1207213779" sldId="257"/>
            <ac:spMk id="3" creationId="{E0BB620E-D1D7-43E9-8545-B6F2746587EA}"/>
          </ac:spMkLst>
        </pc:spChg>
        <pc:spChg chg="add del mod">
          <ac:chgData name="Miguel Velasco" userId="2605b54746be7cf9" providerId="LiveId" clId="{B99A6D9E-C419-4B62-A95B-008098779816}" dt="2022-05-11T12:42:37.793" v="167" actId="478"/>
          <ac:spMkLst>
            <pc:docMk/>
            <pc:sldMk cId="1207213779" sldId="257"/>
            <ac:spMk id="5" creationId="{7F9E9346-3D4A-7E9E-A987-D1E763D9623E}"/>
          </ac:spMkLst>
        </pc:spChg>
        <pc:spChg chg="add mod">
          <ac:chgData name="Miguel Velasco" userId="2605b54746be7cf9" providerId="LiveId" clId="{B99A6D9E-C419-4B62-A95B-008098779816}" dt="2022-05-11T12:42:32.534" v="166" actId="20577"/>
          <ac:spMkLst>
            <pc:docMk/>
            <pc:sldMk cId="1207213779" sldId="257"/>
            <ac:spMk id="7" creationId="{3168A5B0-88EF-8E9F-D418-5290CCEAD891}"/>
          </ac:spMkLst>
        </pc:spChg>
        <pc:picChg chg="add mod">
          <ac:chgData name="Miguel Velasco" userId="2605b54746be7cf9" providerId="LiveId" clId="{B99A6D9E-C419-4B62-A95B-008098779816}" dt="2022-05-11T12:42:25.306" v="159"/>
          <ac:picMkLst>
            <pc:docMk/>
            <pc:sldMk cId="1207213779" sldId="257"/>
            <ac:picMk id="6" creationId="{ECC1E5D8-0836-BE59-3D31-29B1F93AAD2A}"/>
          </ac:picMkLst>
        </pc:picChg>
      </pc:sldChg>
      <pc:sldChg chg="addSp delSp modSp mod ord">
        <pc:chgData name="Miguel Velasco" userId="2605b54746be7cf9" providerId="LiveId" clId="{B99A6D9E-C419-4B62-A95B-008098779816}" dt="2022-05-11T13:54:56.241" v="173"/>
        <pc:sldMkLst>
          <pc:docMk/>
          <pc:sldMk cId="3614355430" sldId="258"/>
        </pc:sldMkLst>
        <pc:spChg chg="del">
          <ac:chgData name="Miguel Velasco" userId="2605b54746be7cf9" providerId="LiveId" clId="{B99A6D9E-C419-4B62-A95B-008098779816}" dt="2022-05-11T12:17:52.087" v="153" actId="478"/>
          <ac:spMkLst>
            <pc:docMk/>
            <pc:sldMk cId="3614355430" sldId="258"/>
            <ac:spMk id="6" creationId="{69A71F79-19AB-442E-AB7A-26ECF469D9F5}"/>
          </ac:spMkLst>
        </pc:spChg>
        <pc:spChg chg="del">
          <ac:chgData name="Miguel Velasco" userId="2605b54746be7cf9" providerId="LiveId" clId="{B99A6D9E-C419-4B62-A95B-008098779816}" dt="2022-05-11T12:17:51.021" v="152" actId="478"/>
          <ac:spMkLst>
            <pc:docMk/>
            <pc:sldMk cId="3614355430" sldId="258"/>
            <ac:spMk id="7" creationId="{37575D64-7F3A-4C6E-8C85-35D190BDCC71}"/>
          </ac:spMkLst>
        </pc:spChg>
        <pc:spChg chg="add del mod">
          <ac:chgData name="Miguel Velasco" userId="2605b54746be7cf9" providerId="LiveId" clId="{B99A6D9E-C419-4B62-A95B-008098779816}" dt="2022-05-11T13:54:55.886" v="172" actId="478"/>
          <ac:spMkLst>
            <pc:docMk/>
            <pc:sldMk cId="3614355430" sldId="258"/>
            <ac:spMk id="8" creationId="{3906AF07-0D8B-0C4B-4D06-7B4F5EC2EC66}"/>
          </ac:spMkLst>
        </pc:spChg>
        <pc:spChg chg="add mod">
          <ac:chgData name="Miguel Velasco" userId="2605b54746be7cf9" providerId="LiveId" clId="{B99A6D9E-C419-4B62-A95B-008098779816}" dt="2022-05-11T13:54:56.241" v="173"/>
          <ac:spMkLst>
            <pc:docMk/>
            <pc:sldMk cId="3614355430" sldId="258"/>
            <ac:spMk id="10" creationId="{4E8748FB-41EC-431B-7EE6-81C4D2086687}"/>
          </ac:spMkLst>
        </pc:spChg>
        <pc:picChg chg="del">
          <ac:chgData name="Miguel Velasco" userId="2605b54746be7cf9" providerId="LiveId" clId="{B99A6D9E-C419-4B62-A95B-008098779816}" dt="2022-05-11T13:54:55.886" v="172" actId="478"/>
          <ac:picMkLst>
            <pc:docMk/>
            <pc:sldMk cId="3614355430" sldId="258"/>
            <ac:picMk id="4" creationId="{5A70EBE0-841C-431F-AF6B-C30409F93969}"/>
          </ac:picMkLst>
        </pc:picChg>
        <pc:picChg chg="del">
          <ac:chgData name="Miguel Velasco" userId="2605b54746be7cf9" providerId="LiveId" clId="{B99A6D9E-C419-4B62-A95B-008098779816}" dt="2022-05-11T12:17:54.349" v="154" actId="478"/>
          <ac:picMkLst>
            <pc:docMk/>
            <pc:sldMk cId="3614355430" sldId="258"/>
            <ac:picMk id="5" creationId="{4D897919-7A50-4FEA-B8E4-A5892055CE1A}"/>
          </ac:picMkLst>
        </pc:picChg>
        <pc:picChg chg="add mod">
          <ac:chgData name="Miguel Velasco" userId="2605b54746be7cf9" providerId="LiveId" clId="{B99A6D9E-C419-4B62-A95B-008098779816}" dt="2022-05-11T13:54:56.241" v="173"/>
          <ac:picMkLst>
            <pc:docMk/>
            <pc:sldMk cId="3614355430" sldId="258"/>
            <ac:picMk id="9" creationId="{B0B9BF2A-DF8E-7F89-AB0B-E5C1A97C7943}"/>
          </ac:picMkLst>
        </pc:picChg>
      </pc:sldChg>
      <pc:sldChg chg="del">
        <pc:chgData name="Miguel Velasco" userId="2605b54746be7cf9" providerId="LiveId" clId="{B99A6D9E-C419-4B62-A95B-008098779816}" dt="2022-05-11T10:56:53.295" v="31" actId="47"/>
        <pc:sldMkLst>
          <pc:docMk/>
          <pc:sldMk cId="1035355123" sldId="259"/>
        </pc:sldMkLst>
      </pc:sldChg>
      <pc:sldChg chg="addSp modSp mod">
        <pc:chgData name="Miguel Velasco" userId="2605b54746be7cf9" providerId="LiveId" clId="{B99A6D9E-C419-4B62-A95B-008098779816}" dt="2022-05-11T11:07:53.014" v="121" actId="1076"/>
        <pc:sldMkLst>
          <pc:docMk/>
          <pc:sldMk cId="12214729" sldId="260"/>
        </pc:sldMkLst>
        <pc:spChg chg="mod">
          <ac:chgData name="Miguel Velasco" userId="2605b54746be7cf9" providerId="LiveId" clId="{B99A6D9E-C419-4B62-A95B-008098779816}" dt="2022-05-11T11:06:04.018" v="113" actId="6549"/>
          <ac:spMkLst>
            <pc:docMk/>
            <pc:sldMk cId="12214729" sldId="260"/>
            <ac:spMk id="2" creationId="{30468175-E0A8-43B5-909E-00064CF1C11E}"/>
          </ac:spMkLst>
        </pc:spChg>
        <pc:spChg chg="mod">
          <ac:chgData name="Miguel Velasco" userId="2605b54746be7cf9" providerId="LiveId" clId="{B99A6D9E-C419-4B62-A95B-008098779816}" dt="2022-05-11T11:07:48.136" v="118" actId="21"/>
          <ac:spMkLst>
            <pc:docMk/>
            <pc:sldMk cId="12214729" sldId="260"/>
            <ac:spMk id="3" creationId="{0444ED01-76D9-43E1-910B-4E437A032496}"/>
          </ac:spMkLst>
        </pc:spChg>
        <pc:spChg chg="add mod">
          <ac:chgData name="Miguel Velasco" userId="2605b54746be7cf9" providerId="LiveId" clId="{B99A6D9E-C419-4B62-A95B-008098779816}" dt="2022-05-11T11:07:51.381" v="120" actId="1076"/>
          <ac:spMkLst>
            <pc:docMk/>
            <pc:sldMk cId="12214729" sldId="260"/>
            <ac:spMk id="6" creationId="{83847236-7CC2-EE59-895E-E845864E9D0E}"/>
          </ac:spMkLst>
        </pc:spChg>
        <pc:picChg chg="add mod">
          <ac:chgData name="Miguel Velasco" userId="2605b54746be7cf9" providerId="LiveId" clId="{B99A6D9E-C419-4B62-A95B-008098779816}" dt="2022-05-11T11:07:53.014" v="121" actId="1076"/>
          <ac:picMkLst>
            <pc:docMk/>
            <pc:sldMk cId="12214729" sldId="260"/>
            <ac:picMk id="4" creationId="{14D18408-C1AD-4AAF-80E7-53381914DF6F}"/>
          </ac:picMkLst>
        </pc:picChg>
      </pc:sldChg>
      <pc:sldChg chg="addSp delSp modSp mod">
        <pc:chgData name="Miguel Velasco" userId="2605b54746be7cf9" providerId="LiveId" clId="{B99A6D9E-C419-4B62-A95B-008098779816}" dt="2022-05-11T15:16:32.792" v="179" actId="21"/>
        <pc:sldMkLst>
          <pc:docMk/>
          <pc:sldMk cId="1193631329" sldId="261"/>
        </pc:sldMkLst>
        <pc:spChg chg="add mod">
          <ac:chgData name="Miguel Velasco" userId="2605b54746be7cf9" providerId="LiveId" clId="{B99A6D9E-C419-4B62-A95B-008098779816}" dt="2022-05-11T12:17:30.259" v="148" actId="20577"/>
          <ac:spMkLst>
            <pc:docMk/>
            <pc:sldMk cId="1193631329" sldId="261"/>
            <ac:spMk id="6" creationId="{1F5D9620-4BD2-3BA9-DF8E-2EBF194A7074}"/>
          </ac:spMkLst>
        </pc:spChg>
        <pc:picChg chg="add mod">
          <ac:chgData name="Miguel Velasco" userId="2605b54746be7cf9" providerId="LiveId" clId="{B99A6D9E-C419-4B62-A95B-008098779816}" dt="2022-05-11T11:07:28.948" v="116"/>
          <ac:picMkLst>
            <pc:docMk/>
            <pc:sldMk cId="1193631329" sldId="261"/>
            <ac:picMk id="4" creationId="{6EF165A1-E5BD-E223-4FEA-BB9B6B0A1761}"/>
          </ac:picMkLst>
        </pc:picChg>
        <pc:picChg chg="add del mod">
          <ac:chgData name="Miguel Velasco" userId="2605b54746be7cf9" providerId="LiveId" clId="{B99A6D9E-C419-4B62-A95B-008098779816}" dt="2022-05-11T12:17:32.667" v="149" actId="478"/>
          <ac:picMkLst>
            <pc:docMk/>
            <pc:sldMk cId="1193631329" sldId="261"/>
            <ac:picMk id="5" creationId="{5EEF3935-1461-E3AD-9C75-03D404AE6908}"/>
          </ac:picMkLst>
        </pc:picChg>
        <pc:picChg chg="add del mod modCrop">
          <ac:chgData name="Miguel Velasco" userId="2605b54746be7cf9" providerId="LiveId" clId="{B99A6D9E-C419-4B62-A95B-008098779816}" dt="2022-05-11T15:16:32.792" v="179" actId="21"/>
          <ac:picMkLst>
            <pc:docMk/>
            <pc:sldMk cId="1193631329" sldId="261"/>
            <ac:picMk id="7" creationId="{53552F76-D9BB-24E7-AF0C-45603EAC040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>
            <a:normAutofit/>
          </a:bodyPr>
          <a:lstStyle>
            <a:lvl1pPr algn="ctr">
              <a:defRPr sz="5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E2019E43-36BC-4EAE-A656-9AABC9B792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Imagen 7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3562560A-6164-4CB5-BAD9-F5C9FB7B485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36000" y="339773"/>
            <a:ext cx="1920000" cy="5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67052"/>
            <a:ext cx="10515600" cy="1325563"/>
          </a:xfrm>
        </p:spPr>
        <p:txBody>
          <a:bodyPr>
            <a:normAutofit/>
          </a:bodyPr>
          <a:lstStyle>
            <a:lvl1pPr algn="ctr">
              <a:defRPr sz="3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70348"/>
            <a:ext cx="10515600" cy="419242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Imagen 6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ED89C7AA-D34B-46D9-9FCC-D296AFE5309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062733-E6D5-4481-8822-50037804E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F568CDD-1767-4248-A96A-C409132B1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E2019E43-36BC-4EAE-A656-9AABC9B79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25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166284"/>
            <a:ext cx="10515600" cy="2852737"/>
          </a:xfrm>
        </p:spPr>
        <p:txBody>
          <a:bodyPr anchor="b">
            <a:normAutofit/>
          </a:bodyPr>
          <a:lstStyle>
            <a:lvl1pPr algn="ctr">
              <a:defRPr sz="5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046009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Imagen 6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67E88E7D-0525-47E5-9748-D81438A0634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82C6239-F082-47E9-85DC-521DEE84E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A8E6ECA-7C16-44F2-8449-6ADF52B16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E2019E43-36BC-4EAE-A656-9AABC9B79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163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60205"/>
            <a:ext cx="10515600" cy="1325563"/>
          </a:xfrm>
        </p:spPr>
        <p:txBody>
          <a:bodyPr>
            <a:normAutofit/>
          </a:bodyPr>
          <a:lstStyle>
            <a:lvl1pPr algn="ctr">
              <a:defRPr sz="4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070361"/>
            <a:ext cx="5181600" cy="42614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070361"/>
            <a:ext cx="5181600" cy="42614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Imagen 7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319CA7E7-228A-4B29-B6A4-E6424CDD492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712C0B9-D47E-4145-9386-F0F3A625C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711BA96-AED7-49D2-8A7B-60DA8E23A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E2019E43-36BC-4EAE-A656-9AABC9B79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797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412" y="663565"/>
            <a:ext cx="10515600" cy="1325563"/>
          </a:xfrm>
        </p:spPr>
        <p:txBody>
          <a:bodyPr>
            <a:normAutofit/>
          </a:bodyPr>
          <a:lstStyle>
            <a:lvl1pPr algn="ctr">
              <a:defRPr sz="4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613" y="2066847"/>
            <a:ext cx="5157787" cy="81438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976119"/>
            <a:ext cx="5157787" cy="3312538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9023" y="2066847"/>
            <a:ext cx="5183188" cy="81438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976119"/>
            <a:ext cx="5183188" cy="3312538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Imagen 9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C2A2A27A-FABC-40C3-8095-AAFAB4225DE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3FDB87E-0932-45EC-996B-A6EF3C2CC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201494E-363B-4939-89BF-22E7973B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E2019E43-36BC-4EAE-A656-9AABC9B79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25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67057"/>
            <a:ext cx="10515600" cy="1325563"/>
          </a:xfrm>
        </p:spPr>
        <p:txBody>
          <a:bodyPr>
            <a:normAutofit/>
          </a:bodyPr>
          <a:lstStyle>
            <a:lvl1pPr algn="ctr">
              <a:defRPr sz="4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Imagen 5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6014CBE7-04D0-4D15-8CAE-05BA7AF071E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03CBE26-29BF-435C-9D83-5B77D3D64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E1B97DD-B315-4E3B-B5DC-6FB4EC3E6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E2019E43-36BC-4EAE-A656-9AABC9B79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513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C28D7506-54A8-4E7E-8D2E-06AD17FB032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6A075D9-8FBC-4DA9-8742-EC5B5415A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AF3F3F3-2971-4FC6-90A2-69F606B9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E2019E43-36BC-4EAE-A656-9AABC9B79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372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93336"/>
            <a:ext cx="3932237" cy="1600200"/>
          </a:xfrm>
        </p:spPr>
        <p:txBody>
          <a:bodyPr anchor="b"/>
          <a:lstStyle>
            <a:lvl1pPr algn="ctr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763146"/>
            <a:ext cx="6172200" cy="554276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510292"/>
            <a:ext cx="3932237" cy="379561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Imagen 7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E0F3642F-BB70-476F-BB00-7D0D087D0AC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9F1F0B0-D757-4364-ABCA-A4BBE0B09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2D43126-38A3-4733-811D-FADB81FC2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E2019E43-36BC-4EAE-A656-9AABC9B79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3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01967"/>
            <a:ext cx="3932237" cy="1600200"/>
          </a:xfrm>
        </p:spPr>
        <p:txBody>
          <a:bodyPr anchor="b">
            <a:noAutofit/>
          </a:bodyPr>
          <a:lstStyle>
            <a:lvl1pPr algn="ctr">
              <a:defRPr sz="3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06282"/>
            <a:ext cx="6172200" cy="549100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484420"/>
            <a:ext cx="3932237" cy="38128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Imagen 7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B7E85F14-AEA1-4D87-925D-5E61B51DF5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731736F3-2699-4E2B-8D85-A5E8CDB1C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3920F5F-175E-4C29-A92A-E9524488B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E2019E43-36BC-4EAE-A656-9AABC9B79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35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2259"/>
            <a:ext cx="10515600" cy="1190446"/>
          </a:xfrm>
        </p:spPr>
        <p:txBody>
          <a:bodyPr>
            <a:normAutofit/>
          </a:bodyPr>
          <a:lstStyle>
            <a:lvl1pPr algn="ctr">
              <a:defRPr sz="4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070345"/>
            <a:ext cx="10515600" cy="40031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Imagen 6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6EDBF45E-0622-4461-9D09-5D44AE76998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1EE8274-B5A6-49D8-8A70-97ADA2BC8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E37FFFA-FB32-477B-92B1-988346F38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E2019E43-36BC-4EAE-A656-9AABC9B79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17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793635"/>
            <a:ext cx="2628900" cy="5503650"/>
          </a:xfrm>
        </p:spPr>
        <p:txBody>
          <a:bodyPr vert="eaVert"/>
          <a:lstStyle>
            <a:lvl1pPr algn="ctr"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793635"/>
            <a:ext cx="7734300" cy="55036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Imagen 6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CCB90148-80F7-4075-BFCB-DB2C2515D9D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F22E907-5AB2-454F-8427-26AD4DEA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A14CB4-D9C0-4CBE-89E8-BBEC93F00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E2019E43-36BC-4EAE-A656-9AABC9B79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650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150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622432"/>
            <a:ext cx="10515600" cy="3554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AD69BD-A367-4754-88B7-DB7A3777327B}" type="datetimeFigureOut">
              <a:rPr lang="en-US" smtClean="0"/>
              <a:t>11/29/2022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019E43-36BC-4EAE-A656-9AABC9B792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8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support.microsoft.com/en-gb/office/create-a-pivottable-to-analyze-worksheet-data-a9a84538-bfe9-40a9-a8e9-f99134456576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microsoft.com/en-gb/office/use-the-field-list-to-arrange-fields-in-a-pivottable-43980e05-a585-4fcd-bd91-80160adfebec" TargetMode="External"/><Relationship Id="rId2" Type="http://schemas.openxmlformats.org/officeDocument/2006/relationships/hyperlink" Target="https://support.microsoft.com/en-gb/office/create-a-pivottable-to-analyze-worksheet-data-a9a84538-bfe9-40a9-a8e9-f99134456576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support.microsoft.com/en-gb/office/create-a-pivotchart-c1b1e057-6990-4c38-b52b-8255538e7b1c" TargetMode="External"/><Relationship Id="rId4" Type="http://schemas.openxmlformats.org/officeDocument/2006/relationships/hyperlink" Target="https://support.microsoft.com/en-gb/office/filter-data-in-a-pivottable-cc1ed287-3a97-4e95-b377-ddfafe79fa8f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336F0TIPkjc" TargetMode="External"/><Relationship Id="rId2" Type="http://schemas.openxmlformats.org/officeDocument/2006/relationships/hyperlink" Target="https://support.microsoft.com/en-gb/office/overview-of-pivottables-and-pivotcharts-527c8fa3-02c0-445a-a2db-7794676bce96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PdJzy956wo4" TargetMode="Externa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25A58-D943-422F-B357-3947FA4F94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noProof="0" dirty="0"/>
              <a:t>Use </a:t>
            </a:r>
            <a:r>
              <a:rPr lang="es-ES" noProof="0" dirty="0" err="1"/>
              <a:t>of</a:t>
            </a:r>
            <a:r>
              <a:rPr lang="es-ES" noProof="0" dirty="0"/>
              <a:t> Excel </a:t>
            </a:r>
            <a:r>
              <a:rPr lang="es-ES" noProof="0" dirty="0" err="1"/>
              <a:t>for</a:t>
            </a:r>
            <a:r>
              <a:rPr lang="es-ES" noProof="0" dirty="0"/>
              <a:t> EDA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A3BED1-1415-4595-873C-0741DC1E35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noProof="0" dirty="0" err="1"/>
              <a:t>PivotTables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35459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2774E-FBDF-4C45-B296-797B06CEA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 dirty="0" err="1"/>
              <a:t>What</a:t>
            </a:r>
            <a:r>
              <a:rPr lang="es-ES" noProof="0" dirty="0"/>
              <a:t> are </a:t>
            </a:r>
            <a:r>
              <a:rPr lang="es-ES" noProof="0" dirty="0" err="1"/>
              <a:t>PivotTables</a:t>
            </a:r>
            <a:endParaRPr lang="es-E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B620E-D1D7-43E9-8545-B6F274658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effectLst/>
                <a:latin typeface="Segoe UI Web (West European)"/>
              </a:rPr>
              <a:t>A powerful tool for summarizing and presenting data. </a:t>
            </a:r>
          </a:p>
          <a:p>
            <a:r>
              <a:rPr lang="en-GB" sz="2400" dirty="0">
                <a:effectLst/>
                <a:latin typeface="Segoe UI Web (West European)"/>
              </a:rPr>
              <a:t>It does everything we've already learned, only it can be much faster and more efficient.</a:t>
            </a:r>
          </a:p>
          <a:p>
            <a:r>
              <a:rPr lang="en-GB" sz="2400" dirty="0">
                <a:effectLst/>
                <a:latin typeface="Segoe UI Web (West European)"/>
              </a:rPr>
              <a:t>They are very suitable for exploratory data analysis, as they allow us to aggregate and present data in very different and very fast ways. </a:t>
            </a:r>
          </a:p>
          <a:p>
            <a:r>
              <a:rPr lang="en-GB" sz="2400" dirty="0">
                <a:effectLst/>
                <a:latin typeface="Segoe UI Web (West European)"/>
              </a:rPr>
              <a:t>Can't be used for everything: some options and charts that can be used with Data Ranges or Tables can't be used with PivotTables.</a:t>
            </a:r>
          </a:p>
          <a:p>
            <a:endParaRPr lang="es-ES" sz="2800" noProof="0" dirty="0"/>
          </a:p>
          <a:p>
            <a:endParaRPr lang="es-ES" sz="2800" noProof="0" dirty="0"/>
          </a:p>
        </p:txBody>
      </p:sp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CC1E5D8-0836-BE59-3D31-29B1F93AAD2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2434" y="50261"/>
            <a:ext cx="662731" cy="697920"/>
          </a:xfrm>
          <a:prstGeom prst="rect">
            <a:avLst/>
          </a:prstGeom>
          <a:noFill/>
        </p:spPr>
      </p:pic>
      <p:sp>
        <p:nvSpPr>
          <p:cNvPr id="7" name="TextBox 9">
            <a:extLst>
              <a:ext uri="{FF2B5EF4-FFF2-40B4-BE49-F238E27FC236}">
                <a16:creationId xmlns:a16="http://schemas.microsoft.com/office/drawing/2014/main" id="{3168A5B0-88EF-8E9F-D418-5290CCEAD891}"/>
              </a:ext>
            </a:extLst>
          </p:cNvPr>
          <p:cNvSpPr txBox="1"/>
          <p:nvPr/>
        </p:nvSpPr>
        <p:spPr>
          <a:xfrm>
            <a:off x="9405697" y="214555"/>
            <a:ext cx="16167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FFFF00"/>
                </a:highlight>
              </a:rPr>
              <a:t>Penguins PivotTables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07213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BBA15-4013-4421-88FA-EA537D75E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0" dirty="0">
                <a:solidFill>
                  <a:srgbClr val="363636"/>
                </a:solidFill>
                <a:latin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Create a PivotTable to </a:t>
            </a:r>
            <a:r>
              <a:rPr lang="en-GB" b="0" dirty="0" err="1">
                <a:solidFill>
                  <a:srgbClr val="363636"/>
                </a:solidFill>
                <a:latin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analyze</a:t>
            </a:r>
            <a:r>
              <a:rPr lang="en-GB" b="0" dirty="0">
                <a:solidFill>
                  <a:srgbClr val="363636"/>
                </a:solidFill>
                <a:latin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worksheet data</a:t>
            </a:r>
            <a:endParaRPr lang="es-ES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A6831E-E3AF-4172-8274-A03D4C388D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16" t="15290" r="4157" b="9726"/>
          <a:stretch/>
        </p:blipFill>
        <p:spPr>
          <a:xfrm>
            <a:off x="547032" y="1602297"/>
            <a:ext cx="11097936" cy="5142324"/>
          </a:xfrm>
          <a:prstGeom prst="rect">
            <a:avLst/>
          </a:prstGeom>
        </p:spPr>
      </p:pic>
      <p:pic>
        <p:nvPicPr>
          <p:cNvPr id="9" name="Picture 4" descr="Icon&#10;&#10;Description automatically generated">
            <a:extLst>
              <a:ext uri="{FF2B5EF4-FFF2-40B4-BE49-F238E27FC236}">
                <a16:creationId xmlns:a16="http://schemas.microsoft.com/office/drawing/2014/main" id="{B0B9BF2A-DF8E-7F89-AB0B-E5C1A97C794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2434" y="50261"/>
            <a:ext cx="662731" cy="697920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E8748FB-41EC-431B-7EE6-81C4D2086687}"/>
              </a:ext>
            </a:extLst>
          </p:cNvPr>
          <p:cNvSpPr txBox="1"/>
          <p:nvPr/>
        </p:nvSpPr>
        <p:spPr>
          <a:xfrm>
            <a:off x="9405697" y="214555"/>
            <a:ext cx="16167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FFFF00"/>
                </a:highlight>
              </a:rPr>
              <a:t>Penguins PivotTables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14355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2774E-FBDF-4C45-B296-797B06CEA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 dirty="0" err="1"/>
              <a:t>PivotTables</a:t>
            </a:r>
            <a:endParaRPr lang="es-E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B620E-D1D7-43E9-8545-B6F274658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will focus on the following basic features of PivotTables:</a:t>
            </a:r>
          </a:p>
          <a:p>
            <a:pPr lvl="1"/>
            <a:r>
              <a:rPr lang="en-GB" noProof="0" dirty="0">
                <a:solidFill>
                  <a:srgbClr val="363636"/>
                </a:solidFill>
                <a:latin typeface="Segoe UI Light" panose="020B0502040204020203" pitchFamily="34" charset="0"/>
                <a:hlinkClick r:id="rId2"/>
              </a:rPr>
              <a:t>Create a PivotTable to </a:t>
            </a:r>
            <a:r>
              <a:rPr lang="en-GB" noProof="0" dirty="0" err="1">
                <a:solidFill>
                  <a:srgbClr val="363636"/>
                </a:solidFill>
                <a:latin typeface="Segoe UI Light" panose="020B0502040204020203" pitchFamily="34" charset="0"/>
                <a:hlinkClick r:id="rId2"/>
              </a:rPr>
              <a:t>analyze</a:t>
            </a:r>
            <a:r>
              <a:rPr lang="en-GB" noProof="0" dirty="0">
                <a:solidFill>
                  <a:srgbClr val="363636"/>
                </a:solidFill>
                <a:latin typeface="Segoe UI Light" panose="020B0502040204020203" pitchFamily="34" charset="0"/>
                <a:hlinkClick r:id="rId2"/>
              </a:rPr>
              <a:t> worksheet data</a:t>
            </a:r>
            <a:endParaRPr lang="en-GB" noProof="0" dirty="0">
              <a:solidFill>
                <a:srgbClr val="363636"/>
              </a:solidFill>
              <a:latin typeface="Segoe UI Light" panose="020B0502040204020203" pitchFamily="34" charset="0"/>
            </a:endParaRPr>
          </a:p>
          <a:p>
            <a:pPr lvl="1"/>
            <a:r>
              <a:rPr lang="en-GB" noProof="0" dirty="0">
                <a:solidFill>
                  <a:srgbClr val="363636"/>
                </a:solidFill>
                <a:latin typeface="Segoe UI Light" panose="020B0502040204020203" pitchFamily="34" charset="0"/>
                <a:hlinkClick r:id="rId3"/>
              </a:rPr>
              <a:t>Use the Field List to arrange fields in a PivotTable</a:t>
            </a:r>
            <a:endParaRPr lang="en-GB" noProof="0" dirty="0">
              <a:solidFill>
                <a:srgbClr val="363636"/>
              </a:solidFill>
              <a:latin typeface="Segoe UI Light" panose="020B0502040204020203" pitchFamily="34" charset="0"/>
            </a:endParaRPr>
          </a:p>
          <a:p>
            <a:pPr lvl="1"/>
            <a:r>
              <a:rPr lang="it-IT" noProof="0" dirty="0">
                <a:solidFill>
                  <a:srgbClr val="363636"/>
                </a:solidFill>
                <a:latin typeface="Segoe UI Light" panose="020B0502040204020203" pitchFamily="34" charset="0"/>
                <a:hlinkClick r:id="rId4"/>
              </a:rPr>
              <a:t>Filter data in a PivotTable</a:t>
            </a:r>
            <a:endParaRPr lang="it-IT" noProof="0" dirty="0">
              <a:solidFill>
                <a:srgbClr val="363636"/>
              </a:solidFill>
              <a:latin typeface="Segoe UI Light" panose="020B0502040204020203" pitchFamily="34" charset="0"/>
            </a:endParaRPr>
          </a:p>
          <a:p>
            <a:pPr lvl="1"/>
            <a:r>
              <a:rPr lang="en-GB" b="0" i="0" dirty="0">
                <a:solidFill>
                  <a:srgbClr val="1E1E1E"/>
                </a:solidFill>
                <a:effectLst/>
                <a:latin typeface="Segoe UI Light" panose="020B0502040204020203" pitchFamily="34" charset="0"/>
                <a:hlinkClick r:id="rId5"/>
              </a:rPr>
              <a:t>Create a PivotChart</a:t>
            </a:r>
            <a:endParaRPr lang="en-GB" b="0" i="0" dirty="0">
              <a:solidFill>
                <a:srgbClr val="1E1E1E"/>
              </a:solidFill>
              <a:effectLst/>
              <a:latin typeface="Segoe UI Light" panose="020B0502040204020203" pitchFamily="34" charset="0"/>
            </a:endParaRPr>
          </a:p>
          <a:p>
            <a:pPr lvl="1"/>
            <a:endParaRPr lang="es-ES" noProof="0" dirty="0">
              <a:solidFill>
                <a:srgbClr val="363636"/>
              </a:solidFill>
              <a:latin typeface="Segoe UI Light" panose="020B0502040204020203" pitchFamily="34" charset="0"/>
            </a:endParaRPr>
          </a:p>
          <a:p>
            <a:pPr lvl="1"/>
            <a:endParaRPr lang="es-ES" u="sng" strike="noStrike" noProof="0" dirty="0">
              <a:solidFill>
                <a:srgbClr val="363636"/>
              </a:solidFill>
              <a:latin typeface="Segoe UI Light" panose="020B0502040204020203" pitchFamily="34" charset="0"/>
            </a:endParaRPr>
          </a:p>
          <a:p>
            <a:pPr lvl="1"/>
            <a:endParaRPr lang="es-ES" noProof="0" dirty="0"/>
          </a:p>
        </p:txBody>
      </p:sp>
      <p:pic>
        <p:nvPicPr>
          <p:cNvPr id="4" name="Picture 4" descr="Icon&#10;&#10;Description automatically generated">
            <a:extLst>
              <a:ext uri="{FF2B5EF4-FFF2-40B4-BE49-F238E27FC236}">
                <a16:creationId xmlns:a16="http://schemas.microsoft.com/office/drawing/2014/main" id="{6EF165A1-E5BD-E223-4FEA-BB9B6B0A176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2434" y="50261"/>
            <a:ext cx="662731" cy="697920"/>
          </a:xfrm>
          <a:prstGeom prst="rect">
            <a:avLst/>
          </a:prstGeom>
          <a:noFill/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1F5D9620-4BD2-3BA9-DF8E-2EBF194A7074}"/>
              </a:ext>
            </a:extLst>
          </p:cNvPr>
          <p:cNvSpPr txBox="1"/>
          <p:nvPr/>
        </p:nvSpPr>
        <p:spPr>
          <a:xfrm>
            <a:off x="9405697" y="214555"/>
            <a:ext cx="16167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ighlight>
                  <a:srgbClr val="FFFF00"/>
                </a:highlight>
              </a:rPr>
              <a:t>Exercises PivotTables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93631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68175-E0A8-43B5-909E-00064CF1C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 dirty="0" err="1"/>
              <a:t>Tutorials</a:t>
            </a:r>
            <a:r>
              <a:rPr lang="es-ES" noProof="0" dirty="0"/>
              <a:t> and videos </a:t>
            </a:r>
            <a:r>
              <a:rPr lang="es-ES" noProof="0" dirty="0" err="1"/>
              <a:t>about</a:t>
            </a:r>
            <a:r>
              <a:rPr lang="es-ES" noProof="0" dirty="0"/>
              <a:t> </a:t>
            </a:r>
            <a:r>
              <a:rPr lang="es-ES" noProof="0" dirty="0" err="1"/>
              <a:t>PivotTables</a:t>
            </a:r>
            <a:endParaRPr lang="es-E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4ED01-76D9-43E1-910B-4E437A032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1E1E1E"/>
                </a:solidFill>
                <a:effectLst/>
                <a:latin typeface="Segoe UI Light" panose="020B0502040204020203" pitchFamily="34" charset="0"/>
                <a:hlinkClick r:id="rId2"/>
              </a:rPr>
              <a:t>Overview of PivotTables and </a:t>
            </a:r>
            <a:r>
              <a:rPr lang="en-GB" b="0" i="0" dirty="0" err="1">
                <a:solidFill>
                  <a:srgbClr val="1E1E1E"/>
                </a:solidFill>
                <a:effectLst/>
                <a:latin typeface="Segoe UI Light" panose="020B0502040204020203" pitchFamily="34" charset="0"/>
                <a:hlinkClick r:id="rId2"/>
              </a:rPr>
              <a:t>PivotCharts</a:t>
            </a:r>
            <a:endParaRPr lang="es-ES" b="0" i="0" dirty="0">
              <a:solidFill>
                <a:srgbClr val="1E1E1E"/>
              </a:solidFill>
              <a:effectLst/>
              <a:latin typeface="Segoe UI Light" panose="020B0502040204020203" pitchFamily="34" charset="0"/>
            </a:endParaRPr>
          </a:p>
          <a:p>
            <a:endParaRPr lang="es-ES" b="0" i="0" dirty="0">
              <a:solidFill>
                <a:srgbClr val="1E1E1E"/>
              </a:solidFill>
              <a:effectLst/>
              <a:latin typeface="Segoe UI Light" panose="020B0502040204020203" pitchFamily="34" charset="0"/>
            </a:endParaRPr>
          </a:p>
          <a:p>
            <a:endParaRPr lang="es-ES" b="0" i="0" dirty="0">
              <a:solidFill>
                <a:srgbClr val="1E1E1E"/>
              </a:solidFill>
              <a:effectLst/>
              <a:latin typeface="Segoe UI Light" panose="020B0502040204020203" pitchFamily="34" charset="0"/>
            </a:endParaRPr>
          </a:p>
          <a:p>
            <a:endParaRPr lang="es-ES" noProof="0" dirty="0">
              <a:hlinkClick r:id="rId3"/>
            </a:endParaRPr>
          </a:p>
        </p:txBody>
      </p:sp>
      <p:pic>
        <p:nvPicPr>
          <p:cNvPr id="4" name="Picture 2" descr="Youtube Logo Vectores, Iconos, Gráficos y Fondos para Descargar Gratis">
            <a:extLst>
              <a:ext uri="{FF2B5EF4-FFF2-40B4-BE49-F238E27FC236}">
                <a16:creationId xmlns:a16="http://schemas.microsoft.com/office/drawing/2014/main" id="{14D18408-C1AD-4AAF-80E7-53381914D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0117" y="5217288"/>
            <a:ext cx="2068187" cy="776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3847236-7CC2-EE59-895E-E845864E9D0E}"/>
              </a:ext>
            </a:extLst>
          </p:cNvPr>
          <p:cNvSpPr txBox="1"/>
          <p:nvPr/>
        </p:nvSpPr>
        <p:spPr>
          <a:xfrm>
            <a:off x="3272117" y="534701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hlinkClick r:id="rId5"/>
              </a:rPr>
              <a:t>Basic tutorial on </a:t>
            </a:r>
            <a:r>
              <a:rPr lang="es-ES" dirty="0" err="1">
                <a:hlinkClick r:id="rId5"/>
              </a:rPr>
              <a:t>PivotTables</a:t>
            </a:r>
            <a:r>
              <a:rPr lang="es-ES" dirty="0">
                <a:hlinkClick r:id="rId5"/>
              </a:rPr>
              <a:t> </a:t>
            </a:r>
          </a:p>
          <a:p>
            <a:r>
              <a:rPr lang="es-ES" dirty="0">
                <a:hlinkClick r:id="rId5"/>
              </a:rPr>
              <a:t>and </a:t>
            </a:r>
            <a:r>
              <a:rPr lang="es-ES" dirty="0" err="1">
                <a:hlinkClick r:id="rId5"/>
              </a:rPr>
              <a:t>PivotCharts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2147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3" id="{56AAA68C-CE53-4945-A4C8-D93CF5532769}" vid="{A2086E02-FAED-42D0-A00B-346046EAC1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USING EXCEL FOR DATA ANALYSIS - BASICS (II) - Formulas and Functions</Template>
  <TotalTime>737</TotalTime>
  <Words>152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Segoe UI Light</vt:lpstr>
      <vt:lpstr>Segoe UI Web (West European)</vt:lpstr>
      <vt:lpstr>Tema de Office</vt:lpstr>
      <vt:lpstr>Use of Excel for EDA</vt:lpstr>
      <vt:lpstr>What are PivotTables</vt:lpstr>
      <vt:lpstr>Create a PivotTable to analyze worksheet data</vt:lpstr>
      <vt:lpstr>PivotTables</vt:lpstr>
      <vt:lpstr>Tutorials and videos about PivotTables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Miguel Velasco</dc:creator>
  <cp:lastModifiedBy>Trakas, Panagiotis</cp:lastModifiedBy>
  <cp:revision>4</cp:revision>
  <dcterms:created xsi:type="dcterms:W3CDTF">2021-11-09T11:25:37Z</dcterms:created>
  <dcterms:modified xsi:type="dcterms:W3CDTF">2022-11-29T17:40:41Z</dcterms:modified>
</cp:coreProperties>
</file>