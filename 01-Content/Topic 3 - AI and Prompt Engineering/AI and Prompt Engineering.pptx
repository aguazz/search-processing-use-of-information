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12"/>
    <p:sldId id="258" r:id="rId13"/>
    <p:sldId id="259" r:id="rId14"/>
    <p:sldId id="260" r:id="rId15"/>
    <p:sldId id="261" r:id="rId16"/>
    <p:sldId id="262" r:id="rId17"/>
    <p:sldId id="263" r:id="rId9"/>
    <p:sldId id="264" r:id="rId8"/>
    <p:sldId id="265" r:id="rId7"/>
    <p:sldId id="266" r:id="rId6"/>
    <p:sldId id="267" r:id="rId5"/>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106" userDrawn="1">
          <p15:clr>
            <a:srgbClr val="A4A3A4"/>
          </p15:clr>
        </p15:guide>
        <p15:guide id="3" orient="horz" pos="3008" userDrawn="1">
          <p15:clr>
            <a:srgbClr val="A4A3A4"/>
          </p15:clr>
        </p15:guide>
        <p15:guide id="4" pos="42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CE8"/>
    <a:srgbClr val="D2E0F3"/>
    <a:srgbClr val="E6E2DC"/>
    <a:srgbClr val="E6E1DB"/>
    <a:srgbClr val="3585C6"/>
    <a:srgbClr val="71C2AD"/>
    <a:srgbClr val="292C63"/>
    <a:srgbClr val="41C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7106"/>
        <p:guide orient="horz" pos="3008"/>
        <p:guide pos="4226"/>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2.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daluce González, Pablo" userId="fb99eae6-ee12-4819-83ea-12d91091ae58" providerId="ADAL" clId="{8E7B9797-C0F7-4664-9EEC-9C24516803AC}"/>
    <pc:docChg chg="custSel modMainMaster">
      <pc:chgData name="Landaluce González, Pablo" userId="fb99eae6-ee12-4819-83ea-12d91091ae58" providerId="ADAL" clId="{8E7B9797-C0F7-4664-9EEC-9C24516803AC}" dt="2024-03-11T18:17:13.902" v="3" actId="6549"/>
      <pc:docMkLst>
        <pc:docMk/>
      </pc:docMkLst>
      <pc:sldMasterChg chg="modSldLayout">
        <pc:chgData name="Landaluce González, Pablo" userId="fb99eae6-ee12-4819-83ea-12d91091ae58" providerId="ADAL" clId="{8E7B9797-C0F7-4664-9EEC-9C24516803AC}" dt="2024-03-11T18:17:13.902" v="3" actId="6549"/>
        <pc:sldMasterMkLst>
          <pc:docMk/>
          <pc:sldMasterMk cId="98716707" sldId="2147483648"/>
        </pc:sldMasterMkLst>
        <pc:sldLayoutChg chg="addSp delSp modSp mod">
          <pc:chgData name="Landaluce González, Pablo" userId="fb99eae6-ee12-4819-83ea-12d91091ae58" providerId="ADAL" clId="{8E7B9797-C0F7-4664-9EEC-9C24516803AC}" dt="2024-03-11T18:15:11.605" v="2"/>
          <pc:sldLayoutMkLst>
            <pc:docMk/>
            <pc:sldMasterMk cId="98716707" sldId="2147483648"/>
            <pc:sldLayoutMk cId="604357215" sldId="2147483649"/>
          </pc:sldLayoutMkLst>
          <pc:picChg chg="add mod">
            <ac:chgData name="Landaluce González, Pablo" userId="fb99eae6-ee12-4819-83ea-12d91091ae58" providerId="ADAL" clId="{8E7B9797-C0F7-4664-9EEC-9C24516803AC}" dt="2024-03-11T18:15:11.605" v="2"/>
            <ac:picMkLst>
              <pc:docMk/>
              <pc:sldMasterMk cId="98716707" sldId="2147483648"/>
              <pc:sldLayoutMk cId="604357215" sldId="2147483649"/>
              <ac:picMk id="2" creationId="{8C4EC80D-1114-5D94-38E6-CA9D2741DC29}"/>
            </ac:picMkLst>
          </pc:picChg>
          <pc:picChg chg="del mod">
            <ac:chgData name="Landaluce González, Pablo" userId="fb99eae6-ee12-4819-83ea-12d91091ae58" providerId="ADAL" clId="{8E7B9797-C0F7-4664-9EEC-9C24516803AC}" dt="2024-03-11T18:14:44.014" v="1" actId="478"/>
            <ac:picMkLst>
              <pc:docMk/>
              <pc:sldMasterMk cId="98716707" sldId="2147483648"/>
              <pc:sldLayoutMk cId="604357215" sldId="2147483649"/>
              <ac:picMk id="4" creationId="{9D5B5096-77EC-E8E1-7901-8E8466C30AF2}"/>
            </ac:picMkLst>
          </pc:picChg>
        </pc:sldLayoutChg>
        <pc:sldLayoutChg chg="modSp mod">
          <pc:chgData name="Landaluce González, Pablo" userId="fb99eae6-ee12-4819-83ea-12d91091ae58" providerId="ADAL" clId="{8E7B9797-C0F7-4664-9EEC-9C24516803AC}" dt="2024-03-11T18:17:13.902" v="3" actId="6549"/>
          <pc:sldLayoutMkLst>
            <pc:docMk/>
            <pc:sldMasterMk cId="98716707" sldId="2147483648"/>
            <pc:sldLayoutMk cId="937558374" sldId="2147483665"/>
          </pc:sldLayoutMkLst>
          <pc:spChg chg="mod">
            <ac:chgData name="Landaluce González, Pablo" userId="fb99eae6-ee12-4819-83ea-12d91091ae58" providerId="ADAL" clId="{8E7B9797-C0F7-4664-9EEC-9C24516803AC}" dt="2024-03-11T18:17:13.902" v="3" actId="6549"/>
            <ac:spMkLst>
              <pc:docMk/>
              <pc:sldMasterMk cId="98716707" sldId="2147483648"/>
              <pc:sldLayoutMk cId="937558374" sldId="2147483665"/>
              <ac:spMk id="15" creationId="{1F4BBCDA-C321-5ED1-BC69-C3160B29B26F}"/>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AI block of this course. Over the next six parts, we're not going to teach you to code an AI model - we're going to teach you to use one well, which is a real, distinct skill. By the end, you'll know how to get genuinely useful work out of Claude for your studies and beyond, not just chat with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journey, and I'll come back to this slide every part so you always know where we are. Think of it as six floors of the same building. We start with a mindset shift - how to think about using AI. Then we fix its biggest weakness - it makes things up - by anchoring it to real data. Then we get good at asking for what we actually want. Then we stop repeating ourselves every single chat. Then we package up repetitive tasks so we don't have to redo them. And finally, we let it work on our behalf while we supervise. Every block matters for the next one - this isn't six unrelated tips, it's one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all used predictive text on your phone - it guesses the next word based on what you usually type. What powers Claude is the same fundamental idea, scaled up enormously: it's called an LLM, a Large Language Model, trained on an almost unimaginable amount of human writing. That's why it can hold a fluent conversation about almost anything, while still fundamentally just guessing the most probable next word, not looking up a fact in a database. This is exactly what makes it 'generative' AI, as opposed to other AI you've probably encountered without realizing it - a spam filter, for instance, is 'predictive' in a narrower sense: it sorts an email into a fixed category, spam or not spam. An LLM instead generates something new, one word at a time - same underlying idea of prediction, aimed at creation instead of classification.</a:t>
            </a:r>
          </a:p>
          <a:p/>
          <a:p>
            <a:r>
              <a:t>Under the hood, it's built as a neural network - very loosely modeled on how neurons in a brain connect, with layers of simple units combining to recognize astonishingly complex patterns in language. You don't need the engineering details, just the idea: layers of simple pattern-matching add up to something that looks a lot like understanding.</a:t>
            </a:r>
          </a:p>
          <a:p/>
          <a:p>
            <a:r>
              <a:t>A chatbot like Claude is that prediction engine, wrapped in a conversational interface so you can talk to it in plain language instead of code. Everything it does well, and everything it gets wrong, traces back to that one core mechanism - including a habit we'll cover in a moment: sounding confident even when it's guessing. There's a short plain-English explainer video linked at the bottom of this slide if you want the fuller picture. [Preview it before class - it's a third-party video.]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but important scoping note before we go further. AI isn't one single thing. AlphaFold, for example, predicts how proteins fold - an extraordinarily hard scientific problem - and it's brilliant at exactly that, because that's the one job it was built and trained for. It can't hold a conversation or write an email; that's not what it's for. Image-generation models are built for yet another job. Claude, and tools like it, are built for language - understanding and producing it well. The pattern to notice: a model that's brilliant at one job is often mediocre or useless at a completely different one - the power comes from being built for something specific, not from being generic. This course focuses specifically on LLMs like Claude, and that's a deliberate choice: it's the tool you'll actually have access to and use throughout this course. Other kinds of AI exist and matter plenty - they're just not what we're teaching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note before we go further: you all have access to Claude through your CUNEF academic account - log in at claude.ai using your normal CUNEF single sign-on, the same way you'd access any other CUNEF service. Take two minutes now to make sure you can actually get in, because from Part 2 onwards, every part has a hands-on component and we don't want to lose time to login issues. There's a link at the bottom of this slide to Anthropic's own getting-started guide if you want a walkthrough of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 now that we all know what this thing fundamentally is, let's talk about how to actually use it well. This block is entirely about a mindset shift, before we touch any specific technique.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habits explain almost every odd thing you'll notice. One: it hallucinates confidently. Think of a brilliant, overconfident dinner guest who's read enormous amounts and talks fluently about all of it - but hasn't checked today's news, and if you ask something oddly specific, won't say 'I don't know,' it'll say something plausible-sounding with total confidence. That's not lying - it's closer to confidently completing a pattern. Two: it has a knowledge cutoff - its training data stops at some point, so anything after that, it simply doesn't know, unless you tell it or it searches the web for you. Three: limited memory - there's a limit to how much conversation it can hold in mind at once, called the context window. In a very long chat, it can lose track of something you said early on. None of these are bugs to be embarrassed about - they're just how the tool works, and once you know them, you can work around every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habit has a direct fix. Verify the verifiable: numbers, names, dates, citations - check them, the same way you'd check a claim from any other single source. It's excellent for drafting and structuring, but it isn't a source of truth on its own. Give it what's recent: for anything current or changing, hand it the information yourself or ask it to search - don't assume it's automatically up to date. And remind it of the key things: in a long conversation, repeat what matters or start fresh. In Part 4 we'll show you a much better fix for this last one - Projects - but for now, just know it's a real limitation, not something to fight.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mindset shift this whole block is really about. Most people use AI as an executor - they do a task manually, over and over, retyping the same instructions each time, and the result depends on repeating themselves well. The alternative is thinking like a director: design the process once, and let it run. A director isn't doing less work - they're deciding once instead of executing repeatedly. Over this course, we want you moving from the left column to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core idea for this whole block, and honestly for the rest of the course: every useful use of AI follows the same four-step chain. Input - a note, a reading, an assignment brief. Process - AI classifies, summarizes, or structures that input. Output - a draft, an outline, a summary comes out. And Decision - that's you: you review it, validate it, and decide what to actually do with it. Notice that last step never goes away. A more powerful model doesn't remove your job - it just makes the first three steps faster.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people get frustrated with AI: they treat 'do my assignment' as one task, when it's actually five. AI can genuinely help with the first four - finding sources, extracting the key points, structuring an argument, producing a first draft. Step five - reviewing it, catching errors, making sure it's actually your understanding and your voice - that one's yours, always. The skill isn't delegating everything. It's knowing exactly which of the five steps the machine is good at, and which one only you can 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caveat before these three ideas: this is about what happens within what Claude is actually built for - language, reasoning, synthesis. It has real limits of its own, like any AI - we covered that a couple of slides back. Within that scope, though, three ideas hold up everything else we'll cover. Clarity equals a fast result - if what you give is messy, you'll get messy back; a simple, clear brief goes a long way. You provide the value - AI gives you a first draft; you bring the tone, the judgment, the nuance it doesn't have. And more risk means more control - a summary you're using just for yourself to review can tolerate small errors; an exam date, or a citation in a paper you're submitting, can't. The more that's riding on it, the more carefully you check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one sentence to leave with today, and it's going to come back at the end of every single block in this course. Whatever we teach you - grounding it in real data, asking better questions, building projects and skills and agents - none of it changes this. You are always the one supplying the judgment and context. Next part, we tackle the biggest practical consequence of that: what to do about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we ended on: AI is fast and brilliant but has no judgment and no context of its own. Today we fix the 'no context' half of that - specifically, the fact that it invents things when it doesn't actually know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know it hallucinates - we covered that last time. Here's the fix. Left column: an unanchored AI is like a brilliant lawyer who argues beautifully while fabricating the evidence - sounding convincing about something false isn't lying, it's just what an ungrounded model does when it doesn't know. Right column: an anchored AI works only with the sources you actually give it, and gives you the receipt - the exact citation for where each claim came from. Anchoring doesn't make it smarter. It removes its permission to invent.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or anchoring, means forcing the AI to work only with the sources you provide - not its general training knowledge. Remember the roadmap from Part 1? This is the ground floor. Everything we build in the next four parts - Projects, Assistants, Agents - sits on top of this. If the foundation is bad, everything above it is bad too, no matter how advanced the tool.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rules over the model - this is the concept that costs people the most to internalize. Don't blame the tool: switching to a fancier model won't fix bad data. Data is the knowledge: your instructions and sources are literally what the assistant thinks with. And foundations: working from memory instead of real sources is building without a foundation - the advantage was never the tool, it's the system you build around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method, and it's only three steps. Attach the source - upload or paste the real document into the chat, whatever you actually need it to work from. Ask your real question - not a generic test question, the actual thing you need answered. And check the receipt - a genuinely grounded answer can point back to your source; if it can't, or it sounds suspiciously generic, that's your signal. This is exactly what we're about to do live, together, right now.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this together - everyone open claude.ai now. Start a new chat. Upload the syllabus PDF I've shared. Now ask it: what's the minimum grade needed on the final exam to pass? [Correct answer per syllabus section 3.4.1 is 5 out of 10.] It should answer that correctly, with the syllabus as its source. Now open a different chat - nothing uploaded - and ask the exact same question. Watch what happens: it either tells you honestly it doesn't have your course's specific policy, or it guesses at a generic answer. That gap between those two answers is grounding, made visible.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do the same thing for a course that's actually useful to you long-term - not this one. Pick a class you're taking this semester, open a new chat, upload your real notes or its syllabus, and ask it one specific question that only your material could answer correctly. Remember this exact feeling of uploading the file fresh - Part 4 shows you how to stop doing that every single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method, different real situations. Studying a dense syllabus - turn hundreds of pages into outlines or flashcards. Quizzing yourself - generate test-style questions from your own notes to find what you actually don't know yet, not what you assume you know. Interview prep - cross your CV against a real job posting and see the gaps before someone else points them out to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Anchoring changes AI's whole role. Before: a text generator you ask to write or invent something with nothing behind it - you settle for the first result because it sounds right, with no way to know if it's true. After: a grounded researcher that works only on your real sources and checks every claim against a citation. Same tool. Completely different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today's takeaway, and it directly sets up everything else in this course. You all have the same Claude account. The student who does better with it isn't the one who found a clever trick - it's the one who anchored it to real, good knowledge, and who's using it for what it's actually good at. Next part: now that it's grounded, how do you actually ask it well?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grounded now - your Project has real sources behind it. But grounding only gets you a good answer if you ask a good question. Today's the other half of the work: how to actually ask for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generic, disappointing answer you've ever gotten traces back to one of three blockers. AI isn't psychic - you write six words and expect it to guess your entire situation; the fix is structure and context, which is exactly what we're building today. You can't translate what you imagine - you know what you want but not how to phrase it; the fix is letting AI interview you, or starting from an example instead of a blank page. And more typing isn't a better prompt - copying giant blocks into every new chat is exhausting and doesn't scale; the fix is systematizing your best instructions so you stop rewriting them. Every technique in this part solves one of these three,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framework: ICC, for when you're writing or creating something from scratch with no prior material - an email, a summary, an idea with nothing behind it yet. Instructions: the exact task and action you want executed. Context: your role, your objective, your background, and who the output is actually for - this is where most people fail, and it's what personalizes the result the most. Constraints: the rules - style, tone, length, format - plus an example to imitate if you have one. This is genuinely just what you'd tell a new colleague if you were handing them the task cold.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worked examples for ICC, mirroring what you just saw for AIM - because ICC deserves the same real-world proof it isn't just an academic checklist. A deadline-extension email: instructions to draft a short, polite request; context that you're a first-year student who missed three days through illness; constraints keeping it under 100 words and formal. A weekly study plan: instructions for a simple schedule; context - five courses, limited evening time, one subject you're weaker in; constraints - one page, weekends mostly free. Same three-part structure as before, just built from nothing instead of directing an expert on existing material.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framework: AIM, for when you already have material and want AI to analyze, review, or optimize it - this is the framework you'll use in a few minutes for the practice exercise. Actor: tell it who it is - assign it an expert role. Input: give it the actual material - upload your documents and data. Mission: the ultra-specific, measurable goal you're chasing, not a vague 'make this better.' Raw capability without direction just makes you get lost faster - AIM shines exactly when you point it at real material with a real goal.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worked examples, so you see this isn't just an academic exercise - AIM works on anything. Improving a CV: you're the world's most sought-after CV editor, here's my CV plus the actual job posting, give me 5 concrete improvements. Planning a trip: you're a savvy budget-travel planner, here are my dates and budget and current plans, give me a 3-day itinerary with backup options. Same three-part structure, completely different domains. That's the point - AIM is a way of thinking about a request, not a template tied to schoolwork.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They're not rivals - here's when to reach for each. ICC is for drafting something from scratch: an email, a summary, an idea with no prior material, where the focus is explaining the task well. AIM is for directing an expert with material you already have: analyzing, reviewing, optimizing something that exists, where the focus is the role and the mission. What they have in common: both force you to think about the process and the data before you touch the tool.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knows better than you what's missing - so ask it to question you before it executes. Add this line to almost any request: 'Ask me whatever questions you need to do a better job.' Double win: it gathers the context you forgot to include, and it forces you to actually clarify what you want. Try it with something like 'create a study plan for this semester' - instead of guessing, it'll stop and ask which subjects, when your exams are, how many hours you have. Only then does it hand you a plan that's built for you, not a generic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don't know how to ask for something, give it a reference instead - a text, a table, an image that inspires you - and let AI reverse-engineer the exact prompt. Give it a document you like the format of, and it generates yours the same way. Pass it your own best writing, and it clones your tone as a reusable skill. And here's the real payoff: stop scrolling social media looking for 'the perfect prompt' - the reference plus AI cooks up the prompt for you, on the spot, for your actual situation.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techniques that slot directly into ICC and AIM. Few-shot: instead of describing what you want, just show 2-3 examples - it copies the pattern, often better than any description could. Step-by-step: ask it to think through a problem in stages before giving a final answer - this catches errors a rushed, jump-to-the-answer response would miss. Output shape: ask for the exact shape you need - a table, a specific template, a particular structure - not just 'give me content about X.' All three are just extra precision layered onto the Instructions or Constraints you're already writing.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actually use what we just learned, on the very slides we're looking at. Everyone upload today's deck into a fresh chat and ask the laziest possible prompt: 'summarize this.' You'll get a correct but generic summary of the whole module. Now, in the SAME chat, ask a follow-up: 'now just the part on ICC and AIM.' Notice it handles that without you re-uploading or re-explaining anything - the chat remembers the deck and our conversation so far. That's chat memory, and it's genuinely useful. Its limit: it only lasts inside this one chat. Close it, or open a new one, and it starts blank again - which is exactly the problem Part 4 solves with Projects. For now, hold onto that generic 'summarize this' answer - we're about to make it much better.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lazy prompt is fixable, and you don't have to guess how. Open the Prompt Doctor - the link's on the slide and on Canvas. Paste in your 'summarize this' prompt. It flags what's missing (no role, no audience, no format), tells you whether this is an ICC job or an AIM job, and then walks you through rebuilding it field by field. It's a coaching tool - the thinking stays yours, it just makes sure you've asked the questions a good prompt answers. And here's a preview of where we're heading: this tool is itself an Artifact - an interactive thing built with Claude - and in Part 4 you'll build your own. [Note: share the Prompt Doctor link with your section beforehand - from the artifact's share menu - so students can open it.] Everyone rebuild the summary prompt now; give it a role, an audience, and a shape.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both and put them side by side - keep the answers short so the difference is obvious at a glance. The raw 'summarize this' gives you a correct but shapeless wall that serves no one in particular. The rebuilt version - a role, an audience, a format - gives you something you'd actually send or study from. Same model, same source, same thirty seconds of effort. The only thing that changed is how clearly you asked. That's the whole of prompt engineering in one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the interview technique, an example to reverse-engineer, a template to imitate - in every single one of them, the actual work of translating what's in your head into a good prompt is done by the machine, not by you memorizing magic words. Next part: now that you can ask well, we stop repeating all of this setup in every new chat. That's Projects, properly.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know how to ask well now. Today we stop doing it from scratch every single time.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uploading the syllabus fresh in Part 2, and pasting your own writing again in Part 3? Multiply that by every single chat, forever, and you can see the actual cost. You've built good prompts over the last two parts - ICC, AIM, the interview trick - but if you're re-uploading and re-explaining your context every single chat, you're leaving most of that value on the table. Here's the analogy that makes this click: starting a chat from zero every time is like hiring a brand-new employee every single day and spending the first hour just bringing them up to speed. You'd never actually do that at a real job. The cost is invisible because it doesn't show up as an error message - it shows up as wasted time and an AI that never gets to work at its actual potential.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jump. A regular chat starts blank every time, you repeat your context and instructions, and closing it means AI forgets everything. A Project is different: your style and rules are already baked in, your documents live inside it anchored, and the knowledge is persistent - you stop re-explaining who you are. That's exactly the fix for what you've been feeling since Part 2 - let's build your first one today.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really just an isolated workspace for one specific area, and three things persist inside it. Instructions: its role, your tone, the format rules it should always follow. Sources: the notes, PDFs, guides, and images that are its base knowledge. And isolated memory: one project's material doesn't leak into another's, and you can share a project with your group so everyone works from the exact same base. The link at the bottom goes to Anthropic's own guide on what Projects are and how to create one, if you want the exact click-by-click.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flow, start to finish. Data goes in - any format: a PDF, a spreadsheet, a voice note, even an image. The Project processes it using the context you've already given it. And a real deliverable comes out - a summary, a guide, an outline. Example: a 55-page PDF of readings goes in as data, the Project pulls out just what's likely to matter for your exam, and you get a summary back in seconds - because it already knows your course and what you're preparing for.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that confuse people at this exact point. First: a Project isn't the same as an assistant - a Project handles several different tasks on one topic, while a single repetitive task is a different tool entirely, which is exactly what Part 5, Assistants, is about. Second: it's not a file drive - a folder just remembers where your files are, but a Project remembers how you actually work, which means you have to configure rules and tone, not just dump files in. And third: the cost really is invisible - starting from zero each time feels free, but it's the employee who loses their memory every single day.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thing your Project can do: Artifacts. Instead of an answer sitting in the chat as plain text, Claude can build you something you actually interact with - a real self-scoring quiz, a flashcard deck, a diagram. Ask for one from inside your Project and it uses the sources you've already uploaded - it's not starting from nothing. And it's yours to keep: download it, leave it in the Project, come back to it whenever you need it. Remember the Prompt Doctor from Part 3? That was an Artifact too - now you know what it was. The links at the bottom are Anthropic's own walkthrough and guide.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one together, using AIM again - you've had practice with this. Actor: you're a quiz-maker for university courses. Input: this course's syllabus, pasted or uploaded fresh into this chat. Mission: a 5-question self-scoring practice quiz about this course's assessment structure. The one extra thing: ask explicitly for it as an interactive Artifact, not a text answer - that's what makes it self-scoring and reusable instead of just a list of questions in the chat.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do it for real, for the first time. Pick a course you're actually taking, create a Project for it, and upload your real notes or its syllabus - the exact thing you've been re-uploading fresh every time since Part 2. Then use AIM to ask for a self-scoring quiz or flashcard set built from that real material. Keep this - it's not a throwaway exercise, it's a study tool you can actually use before your next exam in that class, and a Project you'll keep having.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whole idea to leave with today. A folder just remembers where your files are. A Project remembers who you are, what matters to you, and how you think - which is a completely different kind of memory. Projects don't organize files, they organize behavior. Next part, we go one level further: what happens when a task is always exactly the same, not just on the same topic.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part gave your Project memory. Today we go one level further: what do you do when a task isn't just on the same topic, but is genuinely the exact same action, every single time?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anything you do the exact same way, over and over, in your studies. Summarizing every reading the same way. Correcting a draft against the same checklist every time. Answering the same kind of question for yourself before every exam. These are perfect candidates for something that starts ready-made every single time, instead of you retyping the setup instructions again and again.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distinction Part 4 promised you. Both store instructions and files, which is exactly why they get confused - the rule that unlocks it is the TYPE of task. A Project handles several distinct tasks on one topic - organizing an entire course, say: notes, practices, doubts, a calendar, all different tasks, same subject. A Skill is for the same identical action, repeated - generating the summary of every single reading, the same way, every time. One quick aside if you use other AI tools too: Gemini calls something adjacent to this a 'Gem,' ChatGPT calls theirs a 'GPT' - they're not identical to Claude Skills, but they're reaching for the same idea: don't rebuild the same specialist from scratch every time.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is training it once to do things exactly how you want. Fixed role and rules: permanent behavior, not instructions you rewrite each time. Reference documents: it works from your actual anchored sources, not generic training knowledge. Default style: it respects your output format and starts already structured the way you want it - no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reveal. That Prompt Doctor tool you used back in Part 3 - it wasn't magic, and it wasn't one big program. It was really three small Skills working together: one that evaluates a prompt against the six things we listed, one that rewrites a from-scratch request as ICC, and one that rewrites a with-material request as AIM. In Part 3 the tool made you fill in the fields by hand; a Skill just hands that same job to Claude, so it does the diagnosis and the rewrite for you. Same method you already know - now packaged so you never re-explain it. That's all a Skill 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practical trick that makes everything else work better: use Markdown to give your instructions hierarchy. Headers for role, rules, and output format - it's not decoration, it's a logical structure the machine can actually parse, instead of one giant undifferentiated block of text. This exact structure is what we're about to use for real. The link at the bottom is Anthropic's own guide to using and creating Skills, if the menus have moved since these slides were made.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remembers who you are. A Skill remembers HOW you want something specific done - created once, invoked on its own after that. A prompt is a recipe: instructions for one specific dish, right now. A skill is the chef: it keeps the steps you actually followed, and reuses them - you ask for the result, and it runs the method in the background, in your style, without you retyping a huge prompt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a real one from scratch, using the Markdown structure from two slides ago - and let's make it something genuinely useful: a Socratic tutor. Role: a tutor that never just gives you the answer. Rules: ask one guiding question at a time, point out where your reasoning went wrong, and only give a bigger hint if you're truly stuck. Output format: short questions, not walls of explanation, and it stops once you can say the idea back in your own words. Ask Claude to help you write the Skill file itself - describe what you want and let it draft the Markdown. Save it, and you've got a tutor for any subject - and this is the exact Skill your agent will reuse next part. (A finished reference copy is on Canvas if you want to compare.)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build one for real, and here's exactly where to look: the same course you built a Project for in Part 4. A Project handles that course's many different tasks; a Skill handles ONE task you do identically every time for it - turning your notes into the same clean summary format, say, or checking a draft against the same rubric. Build a Skill for that one task. It won't live inside the Project - that's not a gap, that's the actual distinction this session has been building toward: a Project is your knowledge base for a course, a Skill is a repeatable procedure you can run on it. Different tool, same course - your toolkit for it now has two layers instead of one. And nobody stalls: if you can't think of a task, the fallback on the slide - a note-summarizer that turns any notes into the same 5-bullet summary plus 3 review questions - works for everyone, since everyone has notes.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share or install anything, a little risk judgment. What you expose: don't show sensitive data to tools reading your screen, and validate anything delicate through an official channel. Who gets access: if you share a Project with your group, isolate its memory and decide - can they just use it, or also edit it? What you install: third-party skills carry the most risk, since they can act on your behalf - install only ones from sources you actually trust.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advanced model with poor instructions will always give mediocre results. That's true of everything we've covered today - the model matters far less than how clearly you've told it what to do and how to do it. Next part, the last one: what happens when you stop clicking 'send' altogether, and let it act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part, an assistant that runs one task the same way every time. Today, one step further: what happens when you stop clicking send altogether, and it decides the steps itself.</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shift this whole part is about. As a tool, you do the work leaning on it - you ask for a text, an idea, a summary, one step at a time, with your click needed between each one. As an agent, you set the goal instead, and it decides the steps: it plans the sequence and works through it on its own, then reports back with a result - not a request for what to click next. One useful word for this: autoprompting - the agent 'self-prompts' its own next steps to reach the goal you set, instead of waiting on you for each one. If the whole idea of an 'agent' is new, there's a short plain-English explainer linked at the bottom. [Third-party video - preview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change your actual role, not just your workflow. Background work: the agent connects to your tools and pulls what it needs without you lifting a finger for each individual step. While you sleep: a beginner opens AI only when they need something right now; someone more experienced already has agents working on tasks before they've even woken up. And the big one: now you direct. Your job stops being typing the perfect prompt for every single step, and becomes orchestrating the whole system and validating what comes out.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piece that makes an agent possible is called MCP - Model Context Protocol. Don't worry about the acronym; what matters is what it does. It reads: pulls in what it needs from tools you already use, not just whatever you typed into the chat box. It bridges: one shared connection standard, instead of you manually copying and pasting between five different apps. And it also acts: this isn't just reading for context anymore, it can write back - send a message, update a file. That last part, acting rather than just reading, is exactly what deserves your attention, and it's what the rest of today is really about. A quick honest note: whether connectors are switched on for your specific CUNEF account isn't something we're assuming here - the agent we build shortly uses web search and your own Skill, which are more widely available. The link at the bottom is Anthropic's guide to connectors if you want to explore them.</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routine is just a saved task that runs by itself once a trigger is met. By schedule: daily, weekly, monthly - it runs at the fixed time no matter what. By event: the most powerful kind, since it fires the instant something actually happens - a message lands, a class ends. In the cloud: it runs outside your own device entirely, so your laptop doesn't even need to be turned on for it to happen.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these chain together into a real pipeline. Trigger: a class recording ends. Transcribe: the audio becomes text. Process: AI pulls out the key points. Archive: it's saved to the right course automatically. Notify: you get the summary. The output of each step is the input to the next - that's what a pipeline actually is. Nobody has to open anything in between. The class ends, and the work already happened - that's the real difference between using AI and putting it to work.</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are fast and don't get tired - but they don't have judgment or context of their own, so that part is still on you. The question is simply how much validation, and when. Low risk: sorting files, drafts, a summary just for yourself - a mistake there is cheap, it either self-corrects or costs you nothing, so you can let the agent run and check afterward. High risk: an exam date, a citation, a message actually sent to someone else - the cost of a mistake is real and often can't be undone, so you validate before it acts, not after. One more thing that belongs here: privacy. Think carefully about what information you actually let an agent touch - not everything should be delegated, no matter how convenient it 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practical note on responsible use, since institutions generally have their own AI-use policies you're expected to follow. Verify: whatever an agent hands you, you're still the one who checks it before it counts for something real. Disclose: if a professor or anyone else asks whether and how you used AI, answer honestly - being upfront costs you nothing and protects you. And keep control: delegating the work was never the same as delegating the decision. The decision stays yours,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build the capstone - an agent that uses everything you've made. Point it at the Project from Part 4. Give it a goal, not a single instruction: quiz me one question at a time on this material. Then the two rules that make it interesting - when I get one wrong, invoke the Socratic-tutor Skill you built last part instead of just correcting me; and if I ask about something the notes don't cover, search the web and connect it back. Notice what you're doing: you're not telling it 'now quiz, now tutor, now search' - you're giving it a goal and letting it choose, turn by turn. That choosing is the whole difference between a tool and an agent. It's also using three things you built yourself: the Project, the Skill, and web search as a tool. [Professor note: if the student account can't set this up, demo it yourself - the point is seeing the orchestration, however it's shown.]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build your own, for your real course. Same recipe: your Project, your Socratic-tutor Skill, web search for the gaps. When it's running, you've got a revision partner that quizzes you, and when you're stuck, guides you instead of spoon-feeding you - on tap, for a class you actually care about. That's the whole toolkit from the last three parts, working together. Keep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you've built both, here's the clean distinction - the one people most often blur. Conceptually: a Skill is a saved procedure for ONE repeatable job, and it's reactive - it sits there until you invoke it, then runs its method. An agent is a goal-driven operator: you give it a goal, and it decides the steps and reaches for tools on its own. Technically: a Skill is literally a file - a SKILL.md with a name, a description, and instructions. An agent isn't a file at all; it's a mode - a goal plus tools plus the latitude to choose - and crucially, an agent can USE Skills. You saw exactly this: your Study Buddy agent runs your Socratic-tutor Skill when you get something wrong. The Skill is a tool in the drawer; the agent is what decides when to reach for it. The two links at the bottom open the actual Socratic Skill and the Study Buddy spec from the course repo - read them side by side and the file-versus-mode difference stops being abstract.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paired discussion, no tool needed - a minute with the person next to you, pick whichever of the three lands for you. First: would you let an agent email a professor for you - and if so, what would you insist on checking first? Second: the real risk that isn't about mistakes at all - when does leaning on an agent tip from saving time into not understanding your own work? Third: accountability - if an agent invents a source and you submit it, that's on you, not the tool, and the only safeguard is you reading it. All three come back to the same thing from the last slides: how expensive and how reversible a mistake would be, and that the judgment stays yours.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second to look back at this. Six parts ago, this was just a list of unfamiliar words. A mindset shift, then grounding it in real data, then asking well, then giving it memory, then packaging repeated tasks, and finally, today, letting it act on its own with your judgment supervising it. Every block built on the one before it - this was never six unrelated tips, it was one system, and you built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close, look at what you've actually built over these six parts - it's not a slide, it's real and it's still there. A Project holding a course you're taking. An Artifact - the quiz or flashcards - to study from. A Skill, the Socratic tutor, that helps you think instead of handing you answers. And today, an agent that decides on its own when to quiz, when to tutor, when to search - running all three together. Four layers, each built on the last, starting from nothing six parts ago. You didn't just learn about these - you made them, for your own studies, and they keep working long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sentence from six parts, make it this one: humans for judgment, agents for execution. Delegate the work, never the decision. Every single block we covered - grounding, communication, projects, skills, agents - was really just teaching you different ways to delegate more of the work, so you could spend more of your time on the part that was always yours: deciding. That's the whole course. Well done.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the AI &amp; Prompt Engineering module (Parts 1-6).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bg>
      <p:bgPr>
        <a:solidFill>
          <a:srgbClr val="E6E2DC"/>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4769900-A804-2672-C3BE-D84550411284}"/>
              </a:ext>
            </a:extLst>
          </p:cNvPr>
          <p:cNvSpPr/>
          <p:nvPr userDrawn="1"/>
        </p:nvSpPr>
        <p:spPr>
          <a:xfrm>
            <a:off x="0" y="0"/>
            <a:ext cx="12191999" cy="6858000"/>
          </a:xfrm>
          <a:prstGeom prst="rect">
            <a:avLst/>
          </a:prstGeom>
          <a:solidFill>
            <a:srgbClr val="E6E2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ítulo 11">
            <a:extLst>
              <a:ext uri="{FF2B5EF4-FFF2-40B4-BE49-F238E27FC236}">
                <a16:creationId xmlns:a16="http://schemas.microsoft.com/office/drawing/2014/main" id="{785F66A4-8FAC-F201-EE6A-27CBB006DC5B}"/>
              </a:ext>
            </a:extLst>
          </p:cNvPr>
          <p:cNvSpPr>
            <a:spLocks noGrp="1"/>
          </p:cNvSpPr>
          <p:nvPr>
            <p:ph type="title" hasCustomPrompt="1"/>
          </p:nvPr>
        </p:nvSpPr>
        <p:spPr>
          <a:xfrm>
            <a:off x="661988" y="2110105"/>
            <a:ext cx="4142422" cy="915035"/>
          </a:xfrm>
          <a:prstGeom prst="rect">
            <a:avLst/>
          </a:prstGeom>
        </p:spPr>
        <p:txBody>
          <a:bodyPr lIns="0" tIns="0" rIns="0" bIns="0" anchor="t" anchorCtr="0">
            <a:normAutofit/>
          </a:bodyPr>
          <a:lstStyle>
            <a:lvl1pPr>
              <a:defRPr sz="3200" b="1">
                <a:solidFill>
                  <a:schemeClr val="accent1"/>
                </a:solidFill>
              </a:defRPr>
            </a:lvl1pPr>
          </a:lstStyle>
          <a:p>
            <a:r>
              <a:rPr lang="es-ES"/>
              <a:t>Título de documento de dos líneas</a:t>
            </a:r>
          </a:p>
        </p:txBody>
      </p:sp>
      <p:sp>
        <p:nvSpPr>
          <p:cNvPr id="15" name="Marcador de texto 14">
            <a:extLst>
              <a:ext uri="{FF2B5EF4-FFF2-40B4-BE49-F238E27FC236}">
                <a16:creationId xmlns:a16="http://schemas.microsoft.com/office/drawing/2014/main" id="{2AE04761-25F3-D7A8-036E-4AD90840652B}"/>
              </a:ext>
            </a:extLst>
          </p:cNvPr>
          <p:cNvSpPr>
            <a:spLocks noGrp="1"/>
          </p:cNvSpPr>
          <p:nvPr>
            <p:ph type="body" sz="quarter" idx="10" hasCustomPrompt="1"/>
          </p:nvPr>
        </p:nvSpPr>
        <p:spPr>
          <a:xfrm>
            <a:off x="661988" y="3142932"/>
            <a:ext cx="5722937" cy="785495"/>
          </a:xfrm>
          <a:prstGeom prst="rect">
            <a:avLst/>
          </a:prstGeom>
        </p:spPr>
        <p:txBody>
          <a:bodyPr lIns="0" tIns="0" rIns="0" bIns="0">
            <a:normAutofit/>
          </a:bodyPr>
          <a:lstStyle>
            <a:lvl1pPr marL="0" indent="0">
              <a:lnSpc>
                <a:spcPct val="80000"/>
              </a:lnSpc>
              <a:buNone/>
              <a:defRPr sz="2000" b="1">
                <a:solidFill>
                  <a:schemeClr val="accent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p>
          <a:p>
            <a:pPr lvl="0"/>
            <a:r>
              <a:rPr lang="es-ES" err="1"/>
              <a:t>perem</a:t>
            </a:r>
            <a:r>
              <a:rPr lang="es-ES"/>
              <a:t> </a:t>
            </a:r>
            <a:r>
              <a:rPr lang="es-ES" err="1"/>
              <a:t>maiorae</a:t>
            </a:r>
            <a:r>
              <a:rPr lang="es-ES"/>
              <a:t> </a:t>
            </a:r>
            <a:r>
              <a:rPr lang="es-ES" err="1"/>
              <a:t>oditia</a:t>
            </a:r>
            <a:endParaRPr lang="es-ES"/>
          </a:p>
        </p:txBody>
      </p:sp>
      <p:pic>
        <p:nvPicPr>
          <p:cNvPr id="6" name="Imagen 5" descr="Logotipo&#10;&#10;Descripción generada automáticamente">
            <a:extLst>
              <a:ext uri="{FF2B5EF4-FFF2-40B4-BE49-F238E27FC236}">
                <a16:creationId xmlns:a16="http://schemas.microsoft.com/office/drawing/2014/main" id="{AAC6B9C5-172F-F292-D89F-17FF6C0D801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994"/>
          <a:stretch/>
        </p:blipFill>
        <p:spPr bwMode="auto">
          <a:xfrm>
            <a:off x="376236" y="644206"/>
            <a:ext cx="2154445" cy="911543"/>
          </a:xfrm>
          <a:prstGeom prst="rect">
            <a:avLst/>
          </a:prstGeom>
          <a:noFill/>
          <a:ln>
            <a:noFill/>
          </a:ln>
          <a:extLst>
            <a:ext uri="{53640926-AAD7-44D8-BBD7-CCE9431645EC}">
              <a14:shadowObscured xmlns:a14="http://schemas.microsoft.com/office/drawing/2010/main"/>
            </a:ext>
          </a:extLst>
        </p:spPr>
      </p:pic>
      <p:pic>
        <p:nvPicPr>
          <p:cNvPr id="2" name="Imagen 1" descr="Imagen que contiene Patrón de fondo&#10;&#10;Descripción generada automáticamente">
            <a:extLst>
              <a:ext uri="{FF2B5EF4-FFF2-40B4-BE49-F238E27FC236}">
                <a16:creationId xmlns:a16="http://schemas.microsoft.com/office/drawing/2014/main" id="{8C4EC80D-1114-5D94-38E6-CA9D2741DC2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0469" t="11874" r="27596"/>
          <a:stretch/>
        </p:blipFill>
        <p:spPr>
          <a:xfrm>
            <a:off x="5010149" y="0"/>
            <a:ext cx="7181851" cy="6858000"/>
          </a:xfrm>
          <a:prstGeom prst="rect">
            <a:avLst/>
          </a:prstGeom>
        </p:spPr>
      </p:pic>
    </p:spTree>
    <p:extLst>
      <p:ext uri="{BB962C8B-B14F-4D97-AF65-F5344CB8AC3E}">
        <p14:creationId xmlns:p14="http://schemas.microsoft.com/office/powerpoint/2010/main" val="604357215"/>
      </p:ext>
    </p:extLst>
  </p:cSld>
  <p:clrMapOvr>
    <a:masterClrMapping/>
  </p:clrMapOvr>
  <p:extLst>
    <p:ext uri="{DCECCB84-F9BA-43D5-87BE-67443E8EF086}">
      <p15:sldGuideLst xmlns:p15="http://schemas.microsoft.com/office/powerpoint/2012/main">
        <p15:guide id="1" orient="horz" pos="414" userDrawn="1">
          <p15:clr>
            <a:srgbClr val="FBAE40"/>
          </p15:clr>
        </p15:guide>
        <p15:guide id="2" pos="415" userDrawn="1">
          <p15:clr>
            <a:srgbClr val="FBAE40"/>
          </p15:clr>
        </p15:guide>
        <p15:guide id="3" pos="7242" userDrawn="1">
          <p15:clr>
            <a:srgbClr val="FBAE40"/>
          </p15:clr>
        </p15:guide>
        <p15:guide id="4" orient="horz" pos="38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rrafo introduccion">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B8C2BD75-ACFC-641C-36E7-E5802EECC5E0}"/>
              </a:ext>
            </a:extLst>
          </p:cNvPr>
          <p:cNvSpPr>
            <a:spLocks noGrp="1"/>
          </p:cNvSpPr>
          <p:nvPr>
            <p:ph type="title" hasCustomPrompt="1"/>
          </p:nvPr>
        </p:nvSpPr>
        <p:spPr>
          <a:xfrm>
            <a:off x="671512" y="2386330"/>
            <a:ext cx="5005387" cy="1623695"/>
          </a:xfrm>
          <a:prstGeom prst="rect">
            <a:avLst/>
          </a:prstGeom>
        </p:spPr>
        <p:txBody>
          <a:bodyPr lIns="0" tIns="0" rIns="0" bIns="0" anchor="t" anchorCtr="0">
            <a:normAutofit/>
          </a:bodyPr>
          <a:lstStyle>
            <a:lvl1pPr>
              <a:lnSpc>
                <a:spcPct val="100000"/>
              </a:lnSpc>
              <a:defRPr sz="2800" b="1">
                <a:solidFill>
                  <a:schemeClr val="accent1"/>
                </a:solidFill>
              </a:defRPr>
            </a:lvl1pPr>
          </a:lstStyle>
          <a:p>
            <a:r>
              <a:rPr lang="es-ES"/>
              <a:t>Ut </a:t>
            </a:r>
            <a:r>
              <a:rPr lang="es-ES" err="1"/>
              <a:t>ant</a:t>
            </a:r>
            <a:r>
              <a:rPr lang="es-ES"/>
              <a:t> </a:t>
            </a:r>
            <a:r>
              <a:rPr lang="es-ES" err="1"/>
              <a:t>eium</a:t>
            </a:r>
            <a:r>
              <a:rPr lang="es-ES"/>
              <a:t> </a:t>
            </a:r>
            <a:r>
              <a:rPr lang="es-ES" err="1"/>
              <a:t>dolorep</a:t>
            </a:r>
            <a:r>
              <a:rPr lang="es-ES"/>
              <a:t> </a:t>
            </a:r>
            <a:r>
              <a:rPr lang="es-ES" err="1"/>
              <a:t>elescip</a:t>
            </a:r>
            <a:r>
              <a:rPr lang="es-ES"/>
              <a:t> </a:t>
            </a:r>
            <a:r>
              <a:rPr lang="es-ES" err="1"/>
              <a:t>sapiti</a:t>
            </a:r>
            <a:r>
              <a:rPr lang="es-ES"/>
              <a:t> </a:t>
            </a:r>
            <a:r>
              <a:rPr lang="es-ES" err="1"/>
              <a:t>diti</a:t>
            </a:r>
            <a:r>
              <a:rPr lang="es-ES"/>
              <a:t> </a:t>
            </a:r>
            <a:r>
              <a:rPr lang="es-ES" err="1"/>
              <a:t>reri</a:t>
            </a:r>
            <a:r>
              <a:rPr lang="es-ES"/>
              <a:t> re </a:t>
            </a:r>
            <a:r>
              <a:rPr lang="es-ES" err="1"/>
              <a:t>soluptae</a:t>
            </a:r>
            <a:r>
              <a:rPr lang="es-ES"/>
              <a:t> nihil </a:t>
            </a:r>
            <a:r>
              <a:rPr lang="es-ES" err="1"/>
              <a:t>imporer</a:t>
            </a:r>
            <a:r>
              <a:rPr lang="es-ES"/>
              <a:t> </a:t>
            </a:r>
            <a:r>
              <a:rPr lang="es-ES" err="1"/>
              <a:t>spictatusdae</a:t>
            </a:r>
            <a:r>
              <a:rPr lang="es-ES"/>
              <a:t> re </a:t>
            </a:r>
            <a:r>
              <a:rPr lang="es-ES" err="1"/>
              <a:t>escienis</a:t>
            </a:r>
            <a:r>
              <a:rPr lang="es-ES"/>
              <a:t> </a:t>
            </a:r>
            <a:r>
              <a:rPr lang="es-ES" err="1"/>
              <a:t>solest</a:t>
            </a:r>
            <a:r>
              <a:rPr lang="es-ES"/>
              <a:t>, </a:t>
            </a:r>
            <a:r>
              <a:rPr lang="es-ES" err="1"/>
              <a:t>sit</a:t>
            </a:r>
            <a:r>
              <a:rPr lang="es-ES"/>
              <a:t>, que si</a:t>
            </a:r>
          </a:p>
        </p:txBody>
      </p:sp>
      <p:pic>
        <p:nvPicPr>
          <p:cNvPr id="4" name="Imagen 3" descr="Imagen que contiene Patrón de fondo&#10;&#10;Descripción generada automáticamente">
            <a:extLst>
              <a:ext uri="{FF2B5EF4-FFF2-40B4-BE49-F238E27FC236}">
                <a16:creationId xmlns:a16="http://schemas.microsoft.com/office/drawing/2014/main" id="{BB1D5036-517A-E5A7-3FD9-6D844D3FA3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08" y="0"/>
            <a:ext cx="12186584" cy="6858000"/>
          </a:xfrm>
          <a:prstGeom prst="rect">
            <a:avLst/>
          </a:prstGeom>
        </p:spPr>
      </p:pic>
    </p:spTree>
    <p:extLst>
      <p:ext uri="{BB962C8B-B14F-4D97-AF65-F5344CB8AC3E}">
        <p14:creationId xmlns:p14="http://schemas.microsoft.com/office/powerpoint/2010/main" val="3538301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ice">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B8C2BD75-ACFC-641C-36E7-E5802EECC5E0}"/>
              </a:ext>
            </a:extLst>
          </p:cNvPr>
          <p:cNvSpPr>
            <a:spLocks noGrp="1"/>
          </p:cNvSpPr>
          <p:nvPr>
            <p:ph type="title" hasCustomPrompt="1"/>
          </p:nvPr>
        </p:nvSpPr>
        <p:spPr>
          <a:xfrm>
            <a:off x="658813" y="1186181"/>
            <a:ext cx="1884362" cy="490220"/>
          </a:xfrm>
          <a:prstGeom prst="rect">
            <a:avLst/>
          </a:prstGeom>
        </p:spPr>
        <p:txBody>
          <a:bodyPr lIns="0" tIns="0" rIns="0" bIns="0" anchor="t" anchorCtr="0">
            <a:normAutofit/>
          </a:bodyPr>
          <a:lstStyle>
            <a:lvl1pPr>
              <a:lnSpc>
                <a:spcPct val="100000"/>
              </a:lnSpc>
              <a:defRPr sz="3200" b="1">
                <a:solidFill>
                  <a:schemeClr val="accent1"/>
                </a:solidFill>
              </a:defRPr>
            </a:lvl1pPr>
          </a:lstStyle>
          <a:p>
            <a:r>
              <a:rPr lang="es-ES"/>
              <a:t>Índice</a:t>
            </a:r>
          </a:p>
        </p:txBody>
      </p:sp>
      <p:sp>
        <p:nvSpPr>
          <p:cNvPr id="3" name="Marcador de texto 14">
            <a:extLst>
              <a:ext uri="{FF2B5EF4-FFF2-40B4-BE49-F238E27FC236}">
                <a16:creationId xmlns:a16="http://schemas.microsoft.com/office/drawing/2014/main" id="{D013D3AA-7DE7-B72C-9017-E661BDE115FE}"/>
              </a:ext>
            </a:extLst>
          </p:cNvPr>
          <p:cNvSpPr>
            <a:spLocks noGrp="1"/>
          </p:cNvSpPr>
          <p:nvPr>
            <p:ph type="body" sz="quarter" idx="10" hasCustomPrompt="1"/>
          </p:nvPr>
        </p:nvSpPr>
        <p:spPr>
          <a:xfrm>
            <a:off x="658814" y="2838133"/>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5" name="Marcador de texto 14">
            <a:extLst>
              <a:ext uri="{FF2B5EF4-FFF2-40B4-BE49-F238E27FC236}">
                <a16:creationId xmlns:a16="http://schemas.microsoft.com/office/drawing/2014/main" id="{7DF71B42-DE35-441A-0375-C557C05AA4D1}"/>
              </a:ext>
            </a:extLst>
          </p:cNvPr>
          <p:cNvSpPr>
            <a:spLocks noGrp="1"/>
          </p:cNvSpPr>
          <p:nvPr>
            <p:ph type="body" sz="quarter" idx="11" hasCustomPrompt="1"/>
          </p:nvPr>
        </p:nvSpPr>
        <p:spPr>
          <a:xfrm>
            <a:off x="658813" y="2083694"/>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01</a:t>
            </a:r>
          </a:p>
        </p:txBody>
      </p:sp>
      <p:sp>
        <p:nvSpPr>
          <p:cNvPr id="28" name="Marcador de texto 14">
            <a:extLst>
              <a:ext uri="{FF2B5EF4-FFF2-40B4-BE49-F238E27FC236}">
                <a16:creationId xmlns:a16="http://schemas.microsoft.com/office/drawing/2014/main" id="{D5BF7A5A-81D1-9A0F-064F-4ACAACA4012F}"/>
              </a:ext>
            </a:extLst>
          </p:cNvPr>
          <p:cNvSpPr>
            <a:spLocks noGrp="1"/>
          </p:cNvSpPr>
          <p:nvPr>
            <p:ph type="body" sz="quarter" idx="12" hasCustomPrompt="1"/>
          </p:nvPr>
        </p:nvSpPr>
        <p:spPr>
          <a:xfrm>
            <a:off x="3039907" y="2838133"/>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30" name="Marcador de texto 14">
            <a:extLst>
              <a:ext uri="{FF2B5EF4-FFF2-40B4-BE49-F238E27FC236}">
                <a16:creationId xmlns:a16="http://schemas.microsoft.com/office/drawing/2014/main" id="{84750F13-792D-892C-2CCE-054CFD685C8E}"/>
              </a:ext>
            </a:extLst>
          </p:cNvPr>
          <p:cNvSpPr>
            <a:spLocks noGrp="1"/>
          </p:cNvSpPr>
          <p:nvPr>
            <p:ph type="body" sz="quarter" idx="13" hasCustomPrompt="1"/>
          </p:nvPr>
        </p:nvSpPr>
        <p:spPr>
          <a:xfrm>
            <a:off x="3039906" y="2083694"/>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02</a:t>
            </a:r>
          </a:p>
        </p:txBody>
      </p:sp>
      <p:sp>
        <p:nvSpPr>
          <p:cNvPr id="31" name="Marcador de texto 14">
            <a:extLst>
              <a:ext uri="{FF2B5EF4-FFF2-40B4-BE49-F238E27FC236}">
                <a16:creationId xmlns:a16="http://schemas.microsoft.com/office/drawing/2014/main" id="{BE2345BB-E98B-6509-7BD2-127910BC6CF1}"/>
              </a:ext>
            </a:extLst>
          </p:cNvPr>
          <p:cNvSpPr>
            <a:spLocks noGrp="1"/>
          </p:cNvSpPr>
          <p:nvPr>
            <p:ph type="body" sz="quarter" idx="14" hasCustomPrompt="1"/>
          </p:nvPr>
        </p:nvSpPr>
        <p:spPr>
          <a:xfrm>
            <a:off x="5421000" y="2838133"/>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33" name="Marcador de texto 14">
            <a:extLst>
              <a:ext uri="{FF2B5EF4-FFF2-40B4-BE49-F238E27FC236}">
                <a16:creationId xmlns:a16="http://schemas.microsoft.com/office/drawing/2014/main" id="{06410D2A-694B-AE1D-DEBC-5CFAEF1AFC8E}"/>
              </a:ext>
            </a:extLst>
          </p:cNvPr>
          <p:cNvSpPr>
            <a:spLocks noGrp="1"/>
          </p:cNvSpPr>
          <p:nvPr>
            <p:ph type="body" sz="quarter" idx="15" hasCustomPrompt="1"/>
          </p:nvPr>
        </p:nvSpPr>
        <p:spPr>
          <a:xfrm>
            <a:off x="5420999" y="2083694"/>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03</a:t>
            </a:r>
          </a:p>
        </p:txBody>
      </p:sp>
      <p:sp>
        <p:nvSpPr>
          <p:cNvPr id="34" name="Marcador de texto 14">
            <a:extLst>
              <a:ext uri="{FF2B5EF4-FFF2-40B4-BE49-F238E27FC236}">
                <a16:creationId xmlns:a16="http://schemas.microsoft.com/office/drawing/2014/main" id="{2A72A2BB-D203-FF6F-D1F9-CC00C4A54636}"/>
              </a:ext>
            </a:extLst>
          </p:cNvPr>
          <p:cNvSpPr>
            <a:spLocks noGrp="1"/>
          </p:cNvSpPr>
          <p:nvPr>
            <p:ph type="body" sz="quarter" idx="16" hasCustomPrompt="1"/>
          </p:nvPr>
        </p:nvSpPr>
        <p:spPr>
          <a:xfrm>
            <a:off x="7802092" y="2838133"/>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36" name="Marcador de texto 14">
            <a:extLst>
              <a:ext uri="{FF2B5EF4-FFF2-40B4-BE49-F238E27FC236}">
                <a16:creationId xmlns:a16="http://schemas.microsoft.com/office/drawing/2014/main" id="{FD9B8094-711C-F61A-616F-C19C0A3D75D7}"/>
              </a:ext>
            </a:extLst>
          </p:cNvPr>
          <p:cNvSpPr>
            <a:spLocks noGrp="1"/>
          </p:cNvSpPr>
          <p:nvPr>
            <p:ph type="body" sz="quarter" idx="17" hasCustomPrompt="1"/>
          </p:nvPr>
        </p:nvSpPr>
        <p:spPr>
          <a:xfrm>
            <a:off x="7802091" y="2083694"/>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04</a:t>
            </a:r>
          </a:p>
        </p:txBody>
      </p:sp>
      <p:sp>
        <p:nvSpPr>
          <p:cNvPr id="37" name="Marcador de texto 14">
            <a:extLst>
              <a:ext uri="{FF2B5EF4-FFF2-40B4-BE49-F238E27FC236}">
                <a16:creationId xmlns:a16="http://schemas.microsoft.com/office/drawing/2014/main" id="{6E903429-D19F-D851-D81D-4939E68DC807}"/>
              </a:ext>
            </a:extLst>
          </p:cNvPr>
          <p:cNvSpPr>
            <a:spLocks noGrp="1"/>
          </p:cNvSpPr>
          <p:nvPr>
            <p:ph type="body" sz="quarter" idx="18" hasCustomPrompt="1"/>
          </p:nvPr>
        </p:nvSpPr>
        <p:spPr>
          <a:xfrm>
            <a:off x="658814" y="4797152"/>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39" name="Marcador de texto 14">
            <a:extLst>
              <a:ext uri="{FF2B5EF4-FFF2-40B4-BE49-F238E27FC236}">
                <a16:creationId xmlns:a16="http://schemas.microsoft.com/office/drawing/2014/main" id="{222C4160-E0D4-1EE4-042F-0AF5F069E24F}"/>
              </a:ext>
            </a:extLst>
          </p:cNvPr>
          <p:cNvSpPr>
            <a:spLocks noGrp="1"/>
          </p:cNvSpPr>
          <p:nvPr>
            <p:ph type="body" sz="quarter" idx="19" hasCustomPrompt="1"/>
          </p:nvPr>
        </p:nvSpPr>
        <p:spPr>
          <a:xfrm>
            <a:off x="658813" y="4042713"/>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05</a:t>
            </a:r>
          </a:p>
        </p:txBody>
      </p:sp>
      <p:sp>
        <p:nvSpPr>
          <p:cNvPr id="40" name="Marcador de texto 14">
            <a:extLst>
              <a:ext uri="{FF2B5EF4-FFF2-40B4-BE49-F238E27FC236}">
                <a16:creationId xmlns:a16="http://schemas.microsoft.com/office/drawing/2014/main" id="{DE70AC62-D590-2BF0-85F9-5FDE7E122F64}"/>
              </a:ext>
            </a:extLst>
          </p:cNvPr>
          <p:cNvSpPr>
            <a:spLocks noGrp="1"/>
          </p:cNvSpPr>
          <p:nvPr>
            <p:ph type="body" sz="quarter" idx="20" hasCustomPrompt="1"/>
          </p:nvPr>
        </p:nvSpPr>
        <p:spPr>
          <a:xfrm>
            <a:off x="3039907" y="4797152"/>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42" name="Marcador de texto 14">
            <a:extLst>
              <a:ext uri="{FF2B5EF4-FFF2-40B4-BE49-F238E27FC236}">
                <a16:creationId xmlns:a16="http://schemas.microsoft.com/office/drawing/2014/main" id="{B5B84894-CDCC-175C-7B70-D6E895A6F477}"/>
              </a:ext>
            </a:extLst>
          </p:cNvPr>
          <p:cNvSpPr>
            <a:spLocks noGrp="1"/>
          </p:cNvSpPr>
          <p:nvPr>
            <p:ph type="body" sz="quarter" idx="21" hasCustomPrompt="1"/>
          </p:nvPr>
        </p:nvSpPr>
        <p:spPr>
          <a:xfrm>
            <a:off x="3039906" y="4042713"/>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06</a:t>
            </a:r>
          </a:p>
        </p:txBody>
      </p:sp>
      <p:sp>
        <p:nvSpPr>
          <p:cNvPr id="43" name="Marcador de texto 14">
            <a:extLst>
              <a:ext uri="{FF2B5EF4-FFF2-40B4-BE49-F238E27FC236}">
                <a16:creationId xmlns:a16="http://schemas.microsoft.com/office/drawing/2014/main" id="{95D3E676-9D28-6FB4-9768-EF504F88CB90}"/>
              </a:ext>
            </a:extLst>
          </p:cNvPr>
          <p:cNvSpPr>
            <a:spLocks noGrp="1"/>
          </p:cNvSpPr>
          <p:nvPr>
            <p:ph type="body" sz="quarter" idx="22" hasCustomPrompt="1"/>
          </p:nvPr>
        </p:nvSpPr>
        <p:spPr>
          <a:xfrm>
            <a:off x="5421000" y="4797152"/>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45" name="Marcador de texto 14">
            <a:extLst>
              <a:ext uri="{FF2B5EF4-FFF2-40B4-BE49-F238E27FC236}">
                <a16:creationId xmlns:a16="http://schemas.microsoft.com/office/drawing/2014/main" id="{DE9C597A-92B4-8B49-CAF4-C2157AFCEAE0}"/>
              </a:ext>
            </a:extLst>
          </p:cNvPr>
          <p:cNvSpPr>
            <a:spLocks noGrp="1"/>
          </p:cNvSpPr>
          <p:nvPr>
            <p:ph type="body" sz="quarter" idx="23" hasCustomPrompt="1"/>
          </p:nvPr>
        </p:nvSpPr>
        <p:spPr>
          <a:xfrm>
            <a:off x="5420999" y="4042713"/>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07</a:t>
            </a:r>
          </a:p>
        </p:txBody>
      </p:sp>
      <p:sp>
        <p:nvSpPr>
          <p:cNvPr id="46" name="Marcador de texto 14">
            <a:extLst>
              <a:ext uri="{FF2B5EF4-FFF2-40B4-BE49-F238E27FC236}">
                <a16:creationId xmlns:a16="http://schemas.microsoft.com/office/drawing/2014/main" id="{4BC53614-A8A5-341F-9D01-EE77DEB13713}"/>
              </a:ext>
            </a:extLst>
          </p:cNvPr>
          <p:cNvSpPr>
            <a:spLocks noGrp="1"/>
          </p:cNvSpPr>
          <p:nvPr>
            <p:ph type="body" sz="quarter" idx="24" hasCustomPrompt="1"/>
          </p:nvPr>
        </p:nvSpPr>
        <p:spPr>
          <a:xfrm>
            <a:off x="7802092" y="4797152"/>
            <a:ext cx="1751483" cy="876618"/>
          </a:xfrm>
          <a:prstGeom prst="rect">
            <a:avLst/>
          </a:prstGeom>
        </p:spPr>
        <p:txBody>
          <a:bodyPr lIns="0" tIns="0" rIns="0" bIns="0">
            <a:noAutofit/>
          </a:bodyPr>
          <a:lstStyle>
            <a:lvl1pPr marL="0" indent="0">
              <a:lnSpc>
                <a:spcPct val="120000"/>
              </a:lnSpc>
              <a:buNone/>
              <a:defRPr sz="1600" b="0">
                <a:solidFill>
                  <a:schemeClr val="tx1"/>
                </a:solidFill>
              </a:defRPr>
            </a:lvl1pPr>
          </a:lstStyle>
          <a:p>
            <a:pPr lvl="0"/>
            <a:r>
              <a:rPr lang="es-ES"/>
              <a:t>Título capítulo de varias líneas </a:t>
            </a:r>
            <a:r>
              <a:rPr lang="es-ES" err="1"/>
              <a:t>Lorem</a:t>
            </a:r>
            <a:r>
              <a:rPr lang="es-ES"/>
              <a:t> </a:t>
            </a:r>
            <a:r>
              <a:rPr lang="es-ES" err="1"/>
              <a:t>ipsum</a:t>
            </a:r>
            <a:endParaRPr lang="es-ES"/>
          </a:p>
        </p:txBody>
      </p:sp>
      <p:sp>
        <p:nvSpPr>
          <p:cNvPr id="48" name="Marcador de texto 14">
            <a:extLst>
              <a:ext uri="{FF2B5EF4-FFF2-40B4-BE49-F238E27FC236}">
                <a16:creationId xmlns:a16="http://schemas.microsoft.com/office/drawing/2014/main" id="{326537C9-4593-E0E0-C930-479DD81A734A}"/>
              </a:ext>
            </a:extLst>
          </p:cNvPr>
          <p:cNvSpPr>
            <a:spLocks noGrp="1"/>
          </p:cNvSpPr>
          <p:nvPr>
            <p:ph type="body" sz="quarter" idx="25" hasCustomPrompt="1"/>
          </p:nvPr>
        </p:nvSpPr>
        <p:spPr>
          <a:xfrm>
            <a:off x="7802091" y="4042713"/>
            <a:ext cx="690562" cy="497582"/>
          </a:xfrm>
          <a:prstGeom prst="rect">
            <a:avLst/>
          </a:prstGeom>
        </p:spPr>
        <p:txBody>
          <a:bodyPr lIns="0" tIns="0" rIns="0" bIns="0">
            <a:noAutofit/>
          </a:bodyPr>
          <a:lstStyle>
            <a:lvl1pPr marL="0" indent="0">
              <a:lnSpc>
                <a:spcPct val="80000"/>
              </a:lnSpc>
              <a:buNone/>
              <a:defRPr sz="4000" b="1">
                <a:solidFill>
                  <a:schemeClr val="accent1"/>
                </a:solidFill>
              </a:defRPr>
            </a:lvl1pPr>
          </a:lstStyle>
          <a:p>
            <a:pPr lvl="0"/>
            <a:r>
              <a:rPr lang="es-ES"/>
              <a:t>08</a:t>
            </a:r>
          </a:p>
        </p:txBody>
      </p:sp>
      <p:sp>
        <p:nvSpPr>
          <p:cNvPr id="53" name="Marcador de texto 14">
            <a:extLst>
              <a:ext uri="{FF2B5EF4-FFF2-40B4-BE49-F238E27FC236}">
                <a16:creationId xmlns:a16="http://schemas.microsoft.com/office/drawing/2014/main" id="{AAF55C88-F8AA-4FF5-AB81-F273B4FDC712}"/>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54" name="Conector recto 53">
            <a:extLst>
              <a:ext uri="{FF2B5EF4-FFF2-40B4-BE49-F238E27FC236}">
                <a16:creationId xmlns:a16="http://schemas.microsoft.com/office/drawing/2014/main" id="{46CDD4FB-A6FE-5995-F250-C77F455AFC0C}"/>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Imagen 3" descr="Fondo negro con letras blancas&#10;&#10;Descripción generada automáticamente con confianza media">
            <a:extLst>
              <a:ext uri="{FF2B5EF4-FFF2-40B4-BE49-F238E27FC236}">
                <a16:creationId xmlns:a16="http://schemas.microsoft.com/office/drawing/2014/main" id="{23D73733-36A4-182E-13FC-903CA49BF2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Tree>
    <p:extLst>
      <p:ext uri="{BB962C8B-B14F-4D97-AF65-F5344CB8AC3E}">
        <p14:creationId xmlns:p14="http://schemas.microsoft.com/office/powerpoint/2010/main" val="3196699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illa">
    <p:bg>
      <p:bgPr>
        <a:solidFill>
          <a:srgbClr val="E6E1DB"/>
        </a:solidFill>
        <a:effectLst/>
      </p:bgPr>
    </p:bg>
    <p:spTree>
      <p:nvGrpSpPr>
        <p:cNvPr id="1" name=""/>
        <p:cNvGrpSpPr/>
        <p:nvPr/>
      </p:nvGrpSpPr>
      <p:grpSpPr>
        <a:xfrm>
          <a:off x="0" y="0"/>
          <a:ext cx="0" cy="0"/>
          <a:chOff x="0" y="0"/>
          <a:chExt cx="0" cy="0"/>
        </a:xfrm>
      </p:grpSpPr>
      <p:sp>
        <p:nvSpPr>
          <p:cNvPr id="364" name="Título 11">
            <a:extLst>
              <a:ext uri="{FF2B5EF4-FFF2-40B4-BE49-F238E27FC236}">
                <a16:creationId xmlns:a16="http://schemas.microsoft.com/office/drawing/2014/main" id="{4EA3274B-A120-5803-BCBE-E5943BBC9D29}"/>
              </a:ext>
            </a:extLst>
          </p:cNvPr>
          <p:cNvSpPr>
            <a:spLocks noGrp="1"/>
          </p:cNvSpPr>
          <p:nvPr>
            <p:ph type="title" hasCustomPrompt="1"/>
          </p:nvPr>
        </p:nvSpPr>
        <p:spPr>
          <a:xfrm>
            <a:off x="2214563" y="1795780"/>
            <a:ext cx="4142422" cy="915035"/>
          </a:xfrm>
          <a:prstGeom prst="rect">
            <a:avLst/>
          </a:prstGeom>
        </p:spPr>
        <p:txBody>
          <a:bodyPr lIns="0" tIns="0" rIns="0" bIns="0" anchor="t" anchorCtr="0">
            <a:noAutofit/>
          </a:bodyPr>
          <a:lstStyle>
            <a:lvl1pPr>
              <a:defRPr sz="11500" b="1">
                <a:solidFill>
                  <a:schemeClr val="accent1"/>
                </a:solidFill>
              </a:defRPr>
            </a:lvl1pPr>
          </a:lstStyle>
          <a:p>
            <a:r>
              <a:rPr lang="es-ES"/>
              <a:t>01</a:t>
            </a:r>
          </a:p>
        </p:txBody>
      </p:sp>
      <p:sp>
        <p:nvSpPr>
          <p:cNvPr id="365" name="Marcador de texto 14">
            <a:extLst>
              <a:ext uri="{FF2B5EF4-FFF2-40B4-BE49-F238E27FC236}">
                <a16:creationId xmlns:a16="http://schemas.microsoft.com/office/drawing/2014/main" id="{CCD1AB8B-C910-7A9A-6288-D2F3D0DF24D0}"/>
              </a:ext>
            </a:extLst>
          </p:cNvPr>
          <p:cNvSpPr>
            <a:spLocks noGrp="1"/>
          </p:cNvSpPr>
          <p:nvPr>
            <p:ph type="body" sz="quarter" idx="10" hasCustomPrompt="1"/>
          </p:nvPr>
        </p:nvSpPr>
        <p:spPr>
          <a:xfrm>
            <a:off x="2252663" y="3638232"/>
            <a:ext cx="5722937" cy="785495"/>
          </a:xfrm>
          <a:prstGeom prst="rect">
            <a:avLst/>
          </a:prstGeom>
        </p:spPr>
        <p:txBody>
          <a:bodyPr lIns="0" tIns="0" rIns="0" bIns="0">
            <a:noAutofit/>
          </a:bodyPr>
          <a:lstStyle>
            <a:lvl1pPr marL="0" indent="0">
              <a:lnSpc>
                <a:spcPct val="80000"/>
              </a:lnSpc>
              <a:buNone/>
              <a:defRPr sz="3600" b="1">
                <a:solidFill>
                  <a:schemeClr val="accent1"/>
                </a:solidFill>
              </a:defRPr>
            </a:lvl1pPr>
          </a:lstStyle>
          <a:p>
            <a:pPr lvl="0"/>
            <a:r>
              <a:rPr lang="es-ES"/>
              <a:t>Título capítulo</a:t>
            </a:r>
          </a:p>
        </p:txBody>
      </p:sp>
      <p:cxnSp>
        <p:nvCxnSpPr>
          <p:cNvPr id="367" name="Conector recto 366">
            <a:extLst>
              <a:ext uri="{FF2B5EF4-FFF2-40B4-BE49-F238E27FC236}">
                <a16:creationId xmlns:a16="http://schemas.microsoft.com/office/drawing/2014/main" id="{C9C99048-912D-78A1-8A77-0FE3E452CA08}"/>
              </a:ext>
            </a:extLst>
          </p:cNvPr>
          <p:cNvCxnSpPr/>
          <p:nvPr userDrawn="1"/>
        </p:nvCxnSpPr>
        <p:spPr>
          <a:xfrm>
            <a:off x="2324100" y="3333750"/>
            <a:ext cx="1362075"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3" name="Imagen 2" descr="Imagen que contiene Patrón de fondo&#10;&#10;Descripción generada automáticamente">
            <a:extLst>
              <a:ext uri="{FF2B5EF4-FFF2-40B4-BE49-F238E27FC236}">
                <a16:creationId xmlns:a16="http://schemas.microsoft.com/office/drawing/2014/main" id="{A312F943-FD23-0457-F0A2-35BE0CEF55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Tree>
    <p:extLst>
      <p:ext uri="{BB962C8B-B14F-4D97-AF65-F5344CB8AC3E}">
        <p14:creationId xmlns:p14="http://schemas.microsoft.com/office/powerpoint/2010/main" val="3053031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parrafos (fondo color)">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69B8B0FD-F99F-C36E-5DF7-41F9C5345C23}"/>
              </a:ext>
            </a:extLst>
          </p:cNvPr>
          <p:cNvSpPr/>
          <p:nvPr userDrawn="1"/>
        </p:nvSpPr>
        <p:spPr>
          <a:xfrm>
            <a:off x="0" y="809625"/>
            <a:ext cx="12192000" cy="6048375"/>
          </a:xfrm>
          <a:prstGeom prst="rect">
            <a:avLst/>
          </a:prstGeom>
          <a:solidFill>
            <a:srgbClr val="E6E1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4">
            <a:extLst>
              <a:ext uri="{FF2B5EF4-FFF2-40B4-BE49-F238E27FC236}">
                <a16:creationId xmlns:a16="http://schemas.microsoft.com/office/drawing/2014/main" id="{FDB86E71-7330-B83A-0840-DCAEB7892AE4}"/>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9" name="Conector recto 8">
            <a:extLst>
              <a:ext uri="{FF2B5EF4-FFF2-40B4-BE49-F238E27FC236}">
                <a16:creationId xmlns:a16="http://schemas.microsoft.com/office/drawing/2014/main" id="{3D5D0C39-D161-B5CC-4D66-9D3E56A60623}"/>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Marcador de texto 14">
            <a:extLst>
              <a:ext uri="{FF2B5EF4-FFF2-40B4-BE49-F238E27FC236}">
                <a16:creationId xmlns:a16="http://schemas.microsoft.com/office/drawing/2014/main" id="{CBF71479-BCD1-668D-1A0E-A239ECE8084E}"/>
              </a:ext>
            </a:extLst>
          </p:cNvPr>
          <p:cNvSpPr>
            <a:spLocks noGrp="1"/>
          </p:cNvSpPr>
          <p:nvPr>
            <p:ph type="body" sz="quarter" idx="10"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
        <p:nvSpPr>
          <p:cNvPr id="2" name="Marcador de texto 14">
            <a:extLst>
              <a:ext uri="{FF2B5EF4-FFF2-40B4-BE49-F238E27FC236}">
                <a16:creationId xmlns:a16="http://schemas.microsoft.com/office/drawing/2014/main" id="{55009720-7BAC-F776-31E8-AAF78E52BADF}"/>
              </a:ext>
            </a:extLst>
          </p:cNvPr>
          <p:cNvSpPr>
            <a:spLocks noGrp="1"/>
          </p:cNvSpPr>
          <p:nvPr>
            <p:ph type="body" sz="quarter" idx="27" hasCustomPrompt="1"/>
          </p:nvPr>
        </p:nvSpPr>
        <p:spPr>
          <a:xfrm>
            <a:off x="658813" y="2329830"/>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3" name="Marcador de texto 14">
            <a:extLst>
              <a:ext uri="{FF2B5EF4-FFF2-40B4-BE49-F238E27FC236}">
                <a16:creationId xmlns:a16="http://schemas.microsoft.com/office/drawing/2014/main" id="{9C249210-CAFF-6930-F5A8-75465818BD6F}"/>
              </a:ext>
            </a:extLst>
          </p:cNvPr>
          <p:cNvSpPr>
            <a:spLocks noGrp="1"/>
          </p:cNvSpPr>
          <p:nvPr>
            <p:ph type="body" sz="quarter" idx="28" hasCustomPrompt="1"/>
          </p:nvPr>
        </p:nvSpPr>
        <p:spPr>
          <a:xfrm>
            <a:off x="658813" y="2664678"/>
            <a:ext cx="3179762" cy="2692182"/>
          </a:xfrm>
          <a:prstGeom prst="rect">
            <a:avLst/>
          </a:prstGeom>
        </p:spPr>
        <p:txBody>
          <a:bodyPr lIns="0" tIns="0" rIns="0" bIns="0">
            <a:noAutofit/>
          </a:bodyPr>
          <a:lstStyle>
            <a:lvl1pPr marL="0" indent="0">
              <a:lnSpc>
                <a:spcPct val="120000"/>
              </a:lnSpc>
              <a:buNone/>
              <a:defRPr sz="1200" b="0">
                <a:solidFill>
                  <a:schemeClr val="tx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a:p>
            <a:pPr lvl="0"/>
            <a:r>
              <a:rPr lang="es-ES"/>
              <a:t>Pe </a:t>
            </a:r>
            <a:r>
              <a:rPr lang="es-ES" err="1"/>
              <a:t>pa</a:t>
            </a:r>
            <a:r>
              <a:rPr lang="es-ES"/>
              <a:t> </a:t>
            </a:r>
            <a:r>
              <a:rPr lang="es-ES" err="1"/>
              <a:t>quate</a:t>
            </a:r>
            <a:r>
              <a:rPr lang="es-ES"/>
              <a:t> </a:t>
            </a:r>
            <a:r>
              <a:rPr lang="es-ES" err="1"/>
              <a:t>ma</a:t>
            </a:r>
            <a:r>
              <a:rPr lang="es-ES"/>
              <a:t> </a:t>
            </a:r>
            <a:r>
              <a:rPr lang="es-ES" err="1"/>
              <a:t>deliciet</a:t>
            </a:r>
            <a:r>
              <a:rPr lang="es-ES"/>
              <a:t> </a:t>
            </a:r>
            <a:r>
              <a:rPr lang="es-ES" err="1"/>
              <a:t>ati</a:t>
            </a:r>
            <a:r>
              <a:rPr lang="es-ES"/>
              <a:t> </a:t>
            </a:r>
            <a:r>
              <a:rPr lang="es-ES" err="1"/>
              <a:t>volupiendis</a:t>
            </a:r>
            <a:r>
              <a:rPr lang="es-ES"/>
              <a:t> di </a:t>
            </a:r>
            <a:r>
              <a:rPr lang="es-ES" err="1"/>
              <a:t>audanda</a:t>
            </a:r>
            <a:r>
              <a:rPr lang="es-ES"/>
              <a:t> </a:t>
            </a:r>
            <a:r>
              <a:rPr lang="es-ES" err="1"/>
              <a:t>dolorep</a:t>
            </a:r>
            <a:r>
              <a:rPr lang="es-ES"/>
              <a:t> </a:t>
            </a:r>
            <a:r>
              <a:rPr lang="es-ES" err="1"/>
              <a:t>eriore</a:t>
            </a:r>
            <a:r>
              <a:rPr lang="es-ES"/>
              <a:t> </a:t>
            </a:r>
            <a:r>
              <a:rPr lang="es-ES" err="1"/>
              <a:t>perferi</a:t>
            </a:r>
            <a:r>
              <a:rPr lang="es-ES"/>
              <a:t> </a:t>
            </a:r>
            <a:r>
              <a:rPr lang="es-ES" err="1"/>
              <a:t>commolor</a:t>
            </a:r>
            <a:r>
              <a:rPr lang="es-ES"/>
              <a:t> </a:t>
            </a:r>
            <a:r>
              <a:rPr lang="es-ES" err="1"/>
              <a:t>sapeles</a:t>
            </a:r>
            <a:r>
              <a:rPr lang="es-ES"/>
              <a:t> </a:t>
            </a:r>
            <a:r>
              <a:rPr lang="es-ES" err="1"/>
              <a:t>ecaborr</a:t>
            </a:r>
            <a:r>
              <a:rPr lang="es-ES"/>
              <a:t> </a:t>
            </a:r>
            <a:r>
              <a:rPr lang="es-ES" err="1"/>
              <a:t>ovitectur</a:t>
            </a:r>
            <a:r>
              <a:rPr lang="es-ES"/>
              <a:t> </a:t>
            </a:r>
            <a:r>
              <a:rPr lang="es-ES" err="1"/>
              <a:t>simaxim</a:t>
            </a:r>
            <a:r>
              <a:rPr lang="es-ES"/>
              <a:t> </a:t>
            </a:r>
            <a:r>
              <a:rPr lang="es-ES" err="1"/>
              <a:t>olorecum</a:t>
            </a:r>
            <a:r>
              <a:rPr lang="es-ES"/>
              <a:t> si sunt </a:t>
            </a:r>
            <a:r>
              <a:rPr lang="es-ES" err="1"/>
              <a:t>lat</a:t>
            </a:r>
            <a:r>
              <a:rPr lang="es-ES"/>
              <a:t> </a:t>
            </a:r>
            <a:r>
              <a:rPr lang="es-ES" err="1"/>
              <a:t>pliquid</a:t>
            </a:r>
            <a:r>
              <a:rPr lang="es-ES"/>
              <a:t> </a:t>
            </a:r>
            <a:r>
              <a:rPr lang="es-ES" err="1"/>
              <a:t>estrum</a:t>
            </a:r>
            <a:r>
              <a:rPr lang="es-ES"/>
              <a:t> </a:t>
            </a:r>
            <a:r>
              <a:rPr lang="es-ES" err="1"/>
              <a:t>estotam</a:t>
            </a:r>
            <a:r>
              <a:rPr lang="es-ES"/>
              <a:t> </a:t>
            </a:r>
            <a:r>
              <a:rPr lang="es-ES" err="1"/>
              <a:t>nateculparum</a:t>
            </a:r>
            <a:r>
              <a:rPr lang="es-ES"/>
              <a:t>.</a:t>
            </a:r>
          </a:p>
        </p:txBody>
      </p:sp>
      <p:sp>
        <p:nvSpPr>
          <p:cNvPr id="15" name="Marcador de texto 14">
            <a:extLst>
              <a:ext uri="{FF2B5EF4-FFF2-40B4-BE49-F238E27FC236}">
                <a16:creationId xmlns:a16="http://schemas.microsoft.com/office/drawing/2014/main" id="{FD6712E3-565D-62ED-A6FA-918BBBAEE31B}"/>
              </a:ext>
            </a:extLst>
          </p:cNvPr>
          <p:cNvSpPr>
            <a:spLocks noGrp="1"/>
          </p:cNvSpPr>
          <p:nvPr>
            <p:ph type="body" sz="quarter" idx="29" hasCustomPrompt="1"/>
          </p:nvPr>
        </p:nvSpPr>
        <p:spPr>
          <a:xfrm>
            <a:off x="4507818" y="2329830"/>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16" name="Marcador de texto 14">
            <a:extLst>
              <a:ext uri="{FF2B5EF4-FFF2-40B4-BE49-F238E27FC236}">
                <a16:creationId xmlns:a16="http://schemas.microsoft.com/office/drawing/2014/main" id="{22B2F8A0-CA62-8912-3F02-A33C602FED96}"/>
              </a:ext>
            </a:extLst>
          </p:cNvPr>
          <p:cNvSpPr>
            <a:spLocks noGrp="1"/>
          </p:cNvSpPr>
          <p:nvPr>
            <p:ph type="body" sz="quarter" idx="30" hasCustomPrompt="1"/>
          </p:nvPr>
        </p:nvSpPr>
        <p:spPr>
          <a:xfrm>
            <a:off x="4507818" y="2664678"/>
            <a:ext cx="3179762" cy="2692182"/>
          </a:xfrm>
          <a:prstGeom prst="rect">
            <a:avLst/>
          </a:prstGeom>
        </p:spPr>
        <p:txBody>
          <a:bodyPr lIns="0" tIns="0" rIns="0" bIns="0">
            <a:noAutofit/>
          </a:bodyPr>
          <a:lstStyle>
            <a:lvl1pPr>
              <a:defRPr lang="es-ES" sz="1200" b="0" dirty="0"/>
            </a:lvl1pPr>
          </a:lstStyle>
          <a:p>
            <a:pPr marL="0" lvl="0" indent="0">
              <a:lnSpc>
                <a:spcPct val="120000"/>
              </a:lnSpc>
              <a:buNone/>
            </a:pPr>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a:p>
            <a:pPr marL="0" lvl="0" indent="0">
              <a:lnSpc>
                <a:spcPct val="120000"/>
              </a:lnSpc>
              <a:buNone/>
            </a:pPr>
            <a:r>
              <a:rPr lang="es-ES"/>
              <a:t>Pe </a:t>
            </a:r>
            <a:r>
              <a:rPr lang="es-ES" err="1"/>
              <a:t>pa</a:t>
            </a:r>
            <a:r>
              <a:rPr lang="es-ES"/>
              <a:t> </a:t>
            </a:r>
            <a:r>
              <a:rPr lang="es-ES" err="1"/>
              <a:t>quate</a:t>
            </a:r>
            <a:r>
              <a:rPr lang="es-ES"/>
              <a:t> </a:t>
            </a:r>
            <a:r>
              <a:rPr lang="es-ES" err="1"/>
              <a:t>ma</a:t>
            </a:r>
            <a:r>
              <a:rPr lang="es-ES"/>
              <a:t> </a:t>
            </a:r>
            <a:r>
              <a:rPr lang="es-ES" err="1"/>
              <a:t>deliciet</a:t>
            </a:r>
            <a:r>
              <a:rPr lang="es-ES"/>
              <a:t> </a:t>
            </a:r>
            <a:r>
              <a:rPr lang="es-ES" err="1"/>
              <a:t>ati</a:t>
            </a:r>
            <a:r>
              <a:rPr lang="es-ES"/>
              <a:t> </a:t>
            </a:r>
            <a:r>
              <a:rPr lang="es-ES" err="1"/>
              <a:t>volupiendis</a:t>
            </a:r>
            <a:r>
              <a:rPr lang="es-ES"/>
              <a:t> di </a:t>
            </a:r>
            <a:r>
              <a:rPr lang="es-ES" err="1"/>
              <a:t>audanda</a:t>
            </a:r>
            <a:r>
              <a:rPr lang="es-ES"/>
              <a:t> </a:t>
            </a:r>
            <a:r>
              <a:rPr lang="es-ES" err="1"/>
              <a:t>dolorep</a:t>
            </a:r>
            <a:r>
              <a:rPr lang="es-ES"/>
              <a:t> </a:t>
            </a:r>
            <a:r>
              <a:rPr lang="es-ES" err="1"/>
              <a:t>eriore</a:t>
            </a:r>
            <a:r>
              <a:rPr lang="es-ES"/>
              <a:t> </a:t>
            </a:r>
            <a:r>
              <a:rPr lang="es-ES" err="1"/>
              <a:t>perferi</a:t>
            </a:r>
            <a:r>
              <a:rPr lang="es-ES"/>
              <a:t> </a:t>
            </a:r>
            <a:r>
              <a:rPr lang="es-ES" err="1"/>
              <a:t>commolor</a:t>
            </a:r>
            <a:r>
              <a:rPr lang="es-ES"/>
              <a:t> </a:t>
            </a:r>
            <a:r>
              <a:rPr lang="es-ES" err="1"/>
              <a:t>sapeles</a:t>
            </a:r>
            <a:r>
              <a:rPr lang="es-ES"/>
              <a:t> </a:t>
            </a:r>
            <a:r>
              <a:rPr lang="es-ES" err="1"/>
              <a:t>ecaborr</a:t>
            </a:r>
            <a:r>
              <a:rPr lang="es-ES"/>
              <a:t> </a:t>
            </a:r>
            <a:r>
              <a:rPr lang="es-ES" err="1"/>
              <a:t>ovitectur</a:t>
            </a:r>
            <a:r>
              <a:rPr lang="es-ES"/>
              <a:t> </a:t>
            </a:r>
            <a:r>
              <a:rPr lang="es-ES" err="1"/>
              <a:t>simaxim</a:t>
            </a:r>
            <a:r>
              <a:rPr lang="es-ES"/>
              <a:t> </a:t>
            </a:r>
            <a:r>
              <a:rPr lang="es-ES" err="1"/>
              <a:t>olorecum</a:t>
            </a:r>
            <a:r>
              <a:rPr lang="es-ES"/>
              <a:t> si sunt </a:t>
            </a:r>
            <a:r>
              <a:rPr lang="es-ES" err="1"/>
              <a:t>lat</a:t>
            </a:r>
            <a:r>
              <a:rPr lang="es-ES"/>
              <a:t> </a:t>
            </a:r>
            <a:r>
              <a:rPr lang="es-ES" err="1"/>
              <a:t>pliquid</a:t>
            </a:r>
            <a:r>
              <a:rPr lang="es-ES"/>
              <a:t> </a:t>
            </a:r>
            <a:r>
              <a:rPr lang="es-ES" err="1"/>
              <a:t>estrum</a:t>
            </a:r>
            <a:r>
              <a:rPr lang="es-ES"/>
              <a:t> </a:t>
            </a:r>
            <a:r>
              <a:rPr lang="es-ES" err="1"/>
              <a:t>estotam</a:t>
            </a:r>
            <a:r>
              <a:rPr lang="es-ES"/>
              <a:t> </a:t>
            </a:r>
            <a:r>
              <a:rPr lang="es-ES" err="1"/>
              <a:t>nateculparum</a:t>
            </a:r>
            <a:r>
              <a:rPr lang="es-ES"/>
              <a:t>.</a:t>
            </a:r>
          </a:p>
        </p:txBody>
      </p:sp>
      <p:sp>
        <p:nvSpPr>
          <p:cNvPr id="18" name="Marcador de texto 14">
            <a:extLst>
              <a:ext uri="{FF2B5EF4-FFF2-40B4-BE49-F238E27FC236}">
                <a16:creationId xmlns:a16="http://schemas.microsoft.com/office/drawing/2014/main" id="{0CA9D7AA-6299-7097-1562-0796EFB40599}"/>
              </a:ext>
            </a:extLst>
          </p:cNvPr>
          <p:cNvSpPr>
            <a:spLocks noGrp="1"/>
          </p:cNvSpPr>
          <p:nvPr>
            <p:ph type="body" sz="quarter" idx="31" hasCustomPrompt="1"/>
          </p:nvPr>
        </p:nvSpPr>
        <p:spPr>
          <a:xfrm>
            <a:off x="8356823" y="2329830"/>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19" name="Marcador de texto 14">
            <a:extLst>
              <a:ext uri="{FF2B5EF4-FFF2-40B4-BE49-F238E27FC236}">
                <a16:creationId xmlns:a16="http://schemas.microsoft.com/office/drawing/2014/main" id="{E27411ED-DD84-8DD1-EE30-8CE31244F507}"/>
              </a:ext>
            </a:extLst>
          </p:cNvPr>
          <p:cNvSpPr>
            <a:spLocks noGrp="1"/>
          </p:cNvSpPr>
          <p:nvPr>
            <p:ph type="body" sz="quarter" idx="32" hasCustomPrompt="1"/>
          </p:nvPr>
        </p:nvSpPr>
        <p:spPr>
          <a:xfrm>
            <a:off x="8356823" y="2664678"/>
            <a:ext cx="3179762" cy="2715042"/>
          </a:xfrm>
          <a:prstGeom prst="rect">
            <a:avLst/>
          </a:prstGeom>
        </p:spPr>
        <p:txBody>
          <a:bodyPr lIns="0" tIns="0" rIns="0" bIns="0">
            <a:noAutofit/>
          </a:bodyPr>
          <a:lstStyle>
            <a:lvl1pPr>
              <a:defRPr lang="es-ES" sz="1200" b="0" dirty="0"/>
            </a:lvl1pPr>
          </a:lstStyle>
          <a:p>
            <a:pPr marL="0" lvl="0" indent="0">
              <a:lnSpc>
                <a:spcPct val="120000"/>
              </a:lnSpc>
              <a:buNone/>
            </a:pPr>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a:p>
            <a:pPr marL="0" lvl="0" indent="0">
              <a:lnSpc>
                <a:spcPct val="120000"/>
              </a:lnSpc>
              <a:buNone/>
            </a:pPr>
            <a:r>
              <a:rPr lang="es-ES"/>
              <a:t>Pe </a:t>
            </a:r>
            <a:r>
              <a:rPr lang="es-ES" err="1"/>
              <a:t>pa</a:t>
            </a:r>
            <a:r>
              <a:rPr lang="es-ES"/>
              <a:t> </a:t>
            </a:r>
            <a:r>
              <a:rPr lang="es-ES" err="1"/>
              <a:t>quate</a:t>
            </a:r>
            <a:r>
              <a:rPr lang="es-ES"/>
              <a:t> </a:t>
            </a:r>
            <a:r>
              <a:rPr lang="es-ES" err="1"/>
              <a:t>ma</a:t>
            </a:r>
            <a:r>
              <a:rPr lang="es-ES"/>
              <a:t> </a:t>
            </a:r>
            <a:r>
              <a:rPr lang="es-ES" err="1"/>
              <a:t>deliciet</a:t>
            </a:r>
            <a:r>
              <a:rPr lang="es-ES"/>
              <a:t> </a:t>
            </a:r>
            <a:r>
              <a:rPr lang="es-ES" err="1"/>
              <a:t>ati</a:t>
            </a:r>
            <a:r>
              <a:rPr lang="es-ES"/>
              <a:t> </a:t>
            </a:r>
            <a:r>
              <a:rPr lang="es-ES" err="1"/>
              <a:t>volupiendis</a:t>
            </a:r>
            <a:r>
              <a:rPr lang="es-ES"/>
              <a:t> di </a:t>
            </a:r>
            <a:r>
              <a:rPr lang="es-ES" err="1"/>
              <a:t>audanda</a:t>
            </a:r>
            <a:r>
              <a:rPr lang="es-ES"/>
              <a:t> </a:t>
            </a:r>
            <a:r>
              <a:rPr lang="es-ES" err="1"/>
              <a:t>dolorep</a:t>
            </a:r>
            <a:r>
              <a:rPr lang="es-ES"/>
              <a:t> </a:t>
            </a:r>
            <a:r>
              <a:rPr lang="es-ES" err="1"/>
              <a:t>eriore</a:t>
            </a:r>
            <a:r>
              <a:rPr lang="es-ES"/>
              <a:t> </a:t>
            </a:r>
            <a:r>
              <a:rPr lang="es-ES" err="1"/>
              <a:t>perferi</a:t>
            </a:r>
            <a:r>
              <a:rPr lang="es-ES"/>
              <a:t> </a:t>
            </a:r>
            <a:r>
              <a:rPr lang="es-ES" err="1"/>
              <a:t>commolor</a:t>
            </a:r>
            <a:r>
              <a:rPr lang="es-ES"/>
              <a:t> </a:t>
            </a:r>
            <a:r>
              <a:rPr lang="es-ES" err="1"/>
              <a:t>sapeles</a:t>
            </a:r>
            <a:r>
              <a:rPr lang="es-ES"/>
              <a:t> </a:t>
            </a:r>
            <a:r>
              <a:rPr lang="es-ES" err="1"/>
              <a:t>ecaborr</a:t>
            </a:r>
            <a:r>
              <a:rPr lang="es-ES"/>
              <a:t> </a:t>
            </a:r>
            <a:r>
              <a:rPr lang="es-ES" err="1"/>
              <a:t>ovitectur</a:t>
            </a:r>
            <a:r>
              <a:rPr lang="es-ES"/>
              <a:t> </a:t>
            </a:r>
            <a:r>
              <a:rPr lang="es-ES" err="1"/>
              <a:t>simaxim</a:t>
            </a:r>
            <a:r>
              <a:rPr lang="es-ES"/>
              <a:t> </a:t>
            </a:r>
            <a:r>
              <a:rPr lang="es-ES" err="1"/>
              <a:t>olorecum</a:t>
            </a:r>
            <a:r>
              <a:rPr lang="es-ES"/>
              <a:t> si sunt </a:t>
            </a:r>
            <a:r>
              <a:rPr lang="es-ES" err="1"/>
              <a:t>lat</a:t>
            </a:r>
            <a:r>
              <a:rPr lang="es-ES"/>
              <a:t> </a:t>
            </a:r>
            <a:r>
              <a:rPr lang="es-ES" err="1"/>
              <a:t>pliquid</a:t>
            </a:r>
            <a:r>
              <a:rPr lang="es-ES"/>
              <a:t> </a:t>
            </a:r>
            <a:r>
              <a:rPr lang="es-ES" err="1"/>
              <a:t>estrum</a:t>
            </a:r>
            <a:r>
              <a:rPr lang="es-ES"/>
              <a:t> </a:t>
            </a:r>
            <a:r>
              <a:rPr lang="es-ES" err="1"/>
              <a:t>estotam</a:t>
            </a:r>
            <a:r>
              <a:rPr lang="es-ES"/>
              <a:t> </a:t>
            </a:r>
            <a:r>
              <a:rPr lang="es-ES" err="1"/>
              <a:t>nateculparum</a:t>
            </a:r>
            <a:r>
              <a:rPr lang="es-ES"/>
              <a:t>.</a:t>
            </a:r>
          </a:p>
        </p:txBody>
      </p:sp>
      <p:sp>
        <p:nvSpPr>
          <p:cNvPr id="23" name="Título 12">
            <a:extLst>
              <a:ext uri="{FF2B5EF4-FFF2-40B4-BE49-F238E27FC236}">
                <a16:creationId xmlns:a16="http://schemas.microsoft.com/office/drawing/2014/main" id="{7492187D-C5D2-156D-CC16-F5EAF1769190}"/>
              </a:ext>
            </a:extLst>
          </p:cNvPr>
          <p:cNvSpPr>
            <a:spLocks noGrp="1"/>
          </p:cNvSpPr>
          <p:nvPr>
            <p:ph type="title" hasCustomPrompt="1"/>
          </p:nvPr>
        </p:nvSpPr>
        <p:spPr>
          <a:xfrm>
            <a:off x="658813" y="1365250"/>
            <a:ext cx="10874375" cy="463550"/>
          </a:xfrm>
          <a:prstGeom prst="rect">
            <a:avLst/>
          </a:prstGeom>
        </p:spPr>
        <p:txBody>
          <a:bodyPr lIns="0" tIns="0" rIns="0" bIns="0"/>
          <a:lstStyle>
            <a:lvl1pPr>
              <a:defRPr sz="2800" b="1"/>
            </a:lvl1pPr>
          </a:lstStyle>
          <a:p>
            <a:r>
              <a:rPr lang="es-ES"/>
              <a:t>Título </a:t>
            </a:r>
            <a:r>
              <a:rPr lang="es-ES" err="1"/>
              <a:t>slide</a:t>
            </a:r>
            <a:endParaRPr lang="es-ES"/>
          </a:p>
        </p:txBody>
      </p:sp>
      <p:cxnSp>
        <p:nvCxnSpPr>
          <p:cNvPr id="4" name="Conector recto 3">
            <a:extLst>
              <a:ext uri="{FF2B5EF4-FFF2-40B4-BE49-F238E27FC236}">
                <a16:creationId xmlns:a16="http://schemas.microsoft.com/office/drawing/2014/main" id="{01BD381F-2E13-A486-E0C5-C7AFDD6C6F60}"/>
              </a:ext>
            </a:extLst>
          </p:cNvPr>
          <p:cNvCxnSpPr>
            <a:cxnSpLocks/>
          </p:cNvCxnSpPr>
          <p:nvPr userDrawn="1"/>
        </p:nvCxnSpPr>
        <p:spPr>
          <a:xfrm flipH="1">
            <a:off x="11155680" y="6584950"/>
            <a:ext cx="377508"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Holder 6">
            <a:extLst>
              <a:ext uri="{FF2B5EF4-FFF2-40B4-BE49-F238E27FC236}">
                <a16:creationId xmlns:a16="http://schemas.microsoft.com/office/drawing/2014/main" id="{89C9807E-CEB5-0C2D-6A9E-B05634D53901}"/>
              </a:ext>
            </a:extLst>
          </p:cNvPr>
          <p:cNvSpPr txBox="1">
            <a:spLocks/>
          </p:cNvSpPr>
          <p:nvPr userDrawn="1"/>
        </p:nvSpPr>
        <p:spPr>
          <a:xfrm>
            <a:off x="10835640" y="6385626"/>
            <a:ext cx="702567" cy="138499"/>
          </a:xfrm>
          <a:prstGeom prst="rect">
            <a:avLst/>
          </a:prstGeom>
        </p:spPr>
        <p:txBody>
          <a:bodyPr wrap="square" lIns="0" tIns="0" rIns="0" bIns="0">
            <a:spAutoFit/>
          </a:bodyPr>
          <a:lstStyle>
            <a:defPPr>
              <a:defRPr lang="es-ES"/>
            </a:defPPr>
            <a:lvl1pPr marL="0" algn="r" defTabSz="914400" rtl="0" eaLnBrk="1" latinLnBrk="0" hangingPunct="1">
              <a:defRPr sz="800" b="0" i="0" kern="1200">
                <a:solidFill>
                  <a:schemeClr val="tx1"/>
                </a:solidFill>
                <a:latin typeface="+mj-lt"/>
                <a:ea typeface="+mn-ea"/>
                <a:cs typeface="Santander Micro Text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a:spcBef>
                <a:spcPts val="155"/>
              </a:spcBef>
            </a:pPr>
            <a:r>
              <a:rPr lang="es-ES" sz="900"/>
              <a:t>Pág. </a:t>
            </a:r>
            <a:fld id="{81D60167-4931-47E6-BA6A-407CBD079E47}" type="slidenum">
              <a:rPr sz="900" smtClean="0"/>
              <a:pPr marL="92075">
                <a:spcBef>
                  <a:spcPts val="155"/>
                </a:spcBef>
              </a:pPr>
              <a:t>‹Nº›</a:t>
            </a:fld>
            <a:endParaRPr sz="900"/>
          </a:p>
        </p:txBody>
      </p:sp>
    </p:spTree>
    <p:extLst>
      <p:ext uri="{BB962C8B-B14F-4D97-AF65-F5344CB8AC3E}">
        <p14:creationId xmlns:p14="http://schemas.microsoft.com/office/powerpoint/2010/main" val="1908491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párrafos con imagen">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2BBCF40A-5C8E-F895-B799-7107F9708D02}"/>
              </a:ext>
            </a:extLst>
          </p:cNvPr>
          <p:cNvSpPr/>
          <p:nvPr userDrawn="1"/>
        </p:nvSpPr>
        <p:spPr>
          <a:xfrm>
            <a:off x="0" y="809625"/>
            <a:ext cx="12192000" cy="6048375"/>
          </a:xfrm>
          <a:prstGeom prst="rect">
            <a:avLst/>
          </a:prstGeom>
          <a:solidFill>
            <a:srgbClr val="E6E1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4">
            <a:extLst>
              <a:ext uri="{FF2B5EF4-FFF2-40B4-BE49-F238E27FC236}">
                <a16:creationId xmlns:a16="http://schemas.microsoft.com/office/drawing/2014/main" id="{FDB86E71-7330-B83A-0840-DCAEB7892AE4}"/>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9" name="Conector recto 8">
            <a:extLst>
              <a:ext uri="{FF2B5EF4-FFF2-40B4-BE49-F238E27FC236}">
                <a16:creationId xmlns:a16="http://schemas.microsoft.com/office/drawing/2014/main" id="{3D5D0C39-D161-B5CC-4D66-9D3E56A60623}"/>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Marcador de texto 14">
            <a:extLst>
              <a:ext uri="{FF2B5EF4-FFF2-40B4-BE49-F238E27FC236}">
                <a16:creationId xmlns:a16="http://schemas.microsoft.com/office/drawing/2014/main" id="{CBF71479-BCD1-668D-1A0E-A239ECE8084E}"/>
              </a:ext>
            </a:extLst>
          </p:cNvPr>
          <p:cNvSpPr>
            <a:spLocks noGrp="1"/>
          </p:cNvSpPr>
          <p:nvPr>
            <p:ph type="body" sz="quarter" idx="10"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
        <p:nvSpPr>
          <p:cNvPr id="15" name="Marcador de texto 14">
            <a:extLst>
              <a:ext uri="{FF2B5EF4-FFF2-40B4-BE49-F238E27FC236}">
                <a16:creationId xmlns:a16="http://schemas.microsoft.com/office/drawing/2014/main" id="{F63BFFEF-D11E-A847-4159-10579E7F1090}"/>
              </a:ext>
            </a:extLst>
          </p:cNvPr>
          <p:cNvSpPr>
            <a:spLocks noGrp="1"/>
          </p:cNvSpPr>
          <p:nvPr>
            <p:ph type="body" sz="quarter" idx="27" hasCustomPrompt="1"/>
          </p:nvPr>
        </p:nvSpPr>
        <p:spPr>
          <a:xfrm>
            <a:off x="658813" y="2329830"/>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18" name="Marcador de texto 14">
            <a:extLst>
              <a:ext uri="{FF2B5EF4-FFF2-40B4-BE49-F238E27FC236}">
                <a16:creationId xmlns:a16="http://schemas.microsoft.com/office/drawing/2014/main" id="{A8CC289B-D5F4-7430-D32D-3F0AB3F49EE9}"/>
              </a:ext>
            </a:extLst>
          </p:cNvPr>
          <p:cNvSpPr>
            <a:spLocks noGrp="1"/>
          </p:cNvSpPr>
          <p:nvPr>
            <p:ph type="body" sz="quarter" idx="28" hasCustomPrompt="1"/>
          </p:nvPr>
        </p:nvSpPr>
        <p:spPr>
          <a:xfrm>
            <a:off x="658813" y="2664678"/>
            <a:ext cx="3617352" cy="2297288"/>
          </a:xfrm>
          <a:prstGeom prst="rect">
            <a:avLst/>
          </a:prstGeom>
        </p:spPr>
        <p:txBody>
          <a:bodyPr lIns="0" tIns="0" rIns="0" bIns="0">
            <a:noAutofit/>
          </a:bodyPr>
          <a:lstStyle>
            <a:lvl1pPr marL="0" indent="0">
              <a:lnSpc>
                <a:spcPct val="120000"/>
              </a:lnSpc>
              <a:buNone/>
              <a:defRPr sz="1200" b="0">
                <a:solidFill>
                  <a:schemeClr val="tx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a:p>
            <a:pPr lvl="0"/>
            <a:r>
              <a:rPr lang="es-ES"/>
              <a:t>Pe </a:t>
            </a:r>
            <a:r>
              <a:rPr lang="es-ES" err="1"/>
              <a:t>pa</a:t>
            </a:r>
            <a:r>
              <a:rPr lang="es-ES"/>
              <a:t> </a:t>
            </a:r>
            <a:r>
              <a:rPr lang="es-ES" err="1"/>
              <a:t>quate</a:t>
            </a:r>
            <a:r>
              <a:rPr lang="es-ES"/>
              <a:t> </a:t>
            </a:r>
            <a:r>
              <a:rPr lang="es-ES" err="1"/>
              <a:t>ma</a:t>
            </a:r>
            <a:r>
              <a:rPr lang="es-ES"/>
              <a:t> </a:t>
            </a:r>
            <a:r>
              <a:rPr lang="es-ES" err="1"/>
              <a:t>deliciet</a:t>
            </a:r>
            <a:r>
              <a:rPr lang="es-ES"/>
              <a:t> </a:t>
            </a:r>
            <a:r>
              <a:rPr lang="es-ES" err="1"/>
              <a:t>ati</a:t>
            </a:r>
            <a:r>
              <a:rPr lang="es-ES"/>
              <a:t> </a:t>
            </a:r>
            <a:r>
              <a:rPr lang="es-ES" err="1"/>
              <a:t>volupiendis</a:t>
            </a:r>
            <a:r>
              <a:rPr lang="es-ES"/>
              <a:t> di </a:t>
            </a:r>
            <a:r>
              <a:rPr lang="es-ES" err="1"/>
              <a:t>audanda</a:t>
            </a:r>
            <a:r>
              <a:rPr lang="es-ES"/>
              <a:t> </a:t>
            </a:r>
            <a:r>
              <a:rPr lang="es-ES" err="1"/>
              <a:t>dolorep</a:t>
            </a:r>
            <a:r>
              <a:rPr lang="es-ES"/>
              <a:t> </a:t>
            </a:r>
            <a:r>
              <a:rPr lang="es-ES" err="1"/>
              <a:t>eriore</a:t>
            </a:r>
            <a:r>
              <a:rPr lang="es-ES"/>
              <a:t> </a:t>
            </a:r>
            <a:r>
              <a:rPr lang="es-ES" err="1"/>
              <a:t>perferi</a:t>
            </a:r>
            <a:r>
              <a:rPr lang="es-ES"/>
              <a:t> </a:t>
            </a:r>
            <a:r>
              <a:rPr lang="es-ES" err="1"/>
              <a:t>commolor</a:t>
            </a:r>
            <a:r>
              <a:rPr lang="es-ES"/>
              <a:t> </a:t>
            </a:r>
            <a:r>
              <a:rPr lang="es-ES" err="1"/>
              <a:t>sapeles</a:t>
            </a:r>
            <a:r>
              <a:rPr lang="es-ES"/>
              <a:t> </a:t>
            </a:r>
            <a:r>
              <a:rPr lang="es-ES" err="1"/>
              <a:t>ecaborr</a:t>
            </a:r>
            <a:r>
              <a:rPr lang="es-ES"/>
              <a:t> </a:t>
            </a:r>
            <a:r>
              <a:rPr lang="es-ES" err="1"/>
              <a:t>ovitectur</a:t>
            </a:r>
            <a:r>
              <a:rPr lang="es-ES"/>
              <a:t> </a:t>
            </a:r>
            <a:r>
              <a:rPr lang="es-ES" err="1"/>
              <a:t>simaxim</a:t>
            </a:r>
            <a:r>
              <a:rPr lang="es-ES"/>
              <a:t> </a:t>
            </a:r>
            <a:r>
              <a:rPr lang="es-ES" err="1"/>
              <a:t>olorecum</a:t>
            </a:r>
            <a:r>
              <a:rPr lang="es-ES"/>
              <a:t> si sunt </a:t>
            </a:r>
            <a:r>
              <a:rPr lang="es-ES" err="1"/>
              <a:t>lat</a:t>
            </a:r>
            <a:r>
              <a:rPr lang="es-ES"/>
              <a:t> </a:t>
            </a:r>
            <a:r>
              <a:rPr lang="es-ES" err="1"/>
              <a:t>pliquid</a:t>
            </a:r>
            <a:r>
              <a:rPr lang="es-ES"/>
              <a:t> </a:t>
            </a:r>
            <a:r>
              <a:rPr lang="es-ES" err="1"/>
              <a:t>estrum</a:t>
            </a:r>
            <a:r>
              <a:rPr lang="es-ES"/>
              <a:t> </a:t>
            </a:r>
            <a:r>
              <a:rPr lang="es-ES" err="1"/>
              <a:t>estotam</a:t>
            </a:r>
            <a:r>
              <a:rPr lang="es-ES"/>
              <a:t> </a:t>
            </a:r>
            <a:r>
              <a:rPr lang="es-ES" err="1"/>
              <a:t>nateculparum</a:t>
            </a:r>
            <a:r>
              <a:rPr lang="es-ES"/>
              <a:t>.</a:t>
            </a:r>
          </a:p>
        </p:txBody>
      </p:sp>
      <p:cxnSp>
        <p:nvCxnSpPr>
          <p:cNvPr id="20" name="Conector recto 19">
            <a:extLst>
              <a:ext uri="{FF2B5EF4-FFF2-40B4-BE49-F238E27FC236}">
                <a16:creationId xmlns:a16="http://schemas.microsoft.com/office/drawing/2014/main" id="{732D274A-E31B-56C7-2A95-28D13292CED7}"/>
              </a:ext>
            </a:extLst>
          </p:cNvPr>
          <p:cNvCxnSpPr>
            <a:cxnSpLocks/>
          </p:cNvCxnSpPr>
          <p:nvPr userDrawn="1"/>
        </p:nvCxnSpPr>
        <p:spPr>
          <a:xfrm>
            <a:off x="4605621" y="2245659"/>
            <a:ext cx="0" cy="2754966"/>
          </a:xfrm>
          <a:prstGeom prst="line">
            <a:avLst/>
          </a:prstGeom>
        </p:spPr>
        <p:style>
          <a:lnRef idx="1">
            <a:schemeClr val="accent1"/>
          </a:lnRef>
          <a:fillRef idx="0">
            <a:schemeClr val="accent1"/>
          </a:fillRef>
          <a:effectRef idx="0">
            <a:schemeClr val="accent1"/>
          </a:effectRef>
          <a:fontRef idx="minor">
            <a:schemeClr val="tx1"/>
          </a:fontRef>
        </p:style>
      </p:cxnSp>
      <p:sp>
        <p:nvSpPr>
          <p:cNvPr id="21" name="Marcador de texto 14">
            <a:extLst>
              <a:ext uri="{FF2B5EF4-FFF2-40B4-BE49-F238E27FC236}">
                <a16:creationId xmlns:a16="http://schemas.microsoft.com/office/drawing/2014/main" id="{FB2C0CBD-8EB7-0BD4-D451-58F26FAA9B6B}"/>
              </a:ext>
            </a:extLst>
          </p:cNvPr>
          <p:cNvSpPr>
            <a:spLocks noGrp="1"/>
          </p:cNvSpPr>
          <p:nvPr>
            <p:ph type="body" sz="quarter" idx="29" hasCustomPrompt="1"/>
          </p:nvPr>
        </p:nvSpPr>
        <p:spPr>
          <a:xfrm>
            <a:off x="4943872" y="2329830"/>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22" name="Marcador de texto 14">
            <a:extLst>
              <a:ext uri="{FF2B5EF4-FFF2-40B4-BE49-F238E27FC236}">
                <a16:creationId xmlns:a16="http://schemas.microsoft.com/office/drawing/2014/main" id="{8BD2461F-3736-2758-8B0A-D00B1BF13582}"/>
              </a:ext>
            </a:extLst>
          </p:cNvPr>
          <p:cNvSpPr>
            <a:spLocks noGrp="1"/>
          </p:cNvSpPr>
          <p:nvPr>
            <p:ph type="body" sz="quarter" idx="30" hasCustomPrompt="1"/>
          </p:nvPr>
        </p:nvSpPr>
        <p:spPr>
          <a:xfrm>
            <a:off x="4943872" y="2664678"/>
            <a:ext cx="3617352" cy="2297288"/>
          </a:xfrm>
          <a:prstGeom prst="rect">
            <a:avLst/>
          </a:prstGeom>
        </p:spPr>
        <p:txBody>
          <a:bodyPr lIns="0" tIns="0" rIns="0" bIns="0">
            <a:noAutofit/>
          </a:bodyPr>
          <a:lstStyle>
            <a:lvl1pPr marL="0" indent="0">
              <a:lnSpc>
                <a:spcPct val="120000"/>
              </a:lnSpc>
              <a:buNone/>
              <a:defRPr sz="1200" b="0">
                <a:solidFill>
                  <a:schemeClr val="tx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a:p>
            <a:pPr lvl="0"/>
            <a:r>
              <a:rPr lang="es-ES"/>
              <a:t>Pe </a:t>
            </a:r>
            <a:r>
              <a:rPr lang="es-ES" err="1"/>
              <a:t>pa</a:t>
            </a:r>
            <a:r>
              <a:rPr lang="es-ES"/>
              <a:t> </a:t>
            </a:r>
            <a:r>
              <a:rPr lang="es-ES" err="1"/>
              <a:t>quate</a:t>
            </a:r>
            <a:r>
              <a:rPr lang="es-ES"/>
              <a:t> </a:t>
            </a:r>
            <a:r>
              <a:rPr lang="es-ES" err="1"/>
              <a:t>ma</a:t>
            </a:r>
            <a:r>
              <a:rPr lang="es-ES"/>
              <a:t> </a:t>
            </a:r>
            <a:r>
              <a:rPr lang="es-ES" err="1"/>
              <a:t>deliciet</a:t>
            </a:r>
            <a:r>
              <a:rPr lang="es-ES"/>
              <a:t> </a:t>
            </a:r>
            <a:r>
              <a:rPr lang="es-ES" err="1"/>
              <a:t>ati</a:t>
            </a:r>
            <a:r>
              <a:rPr lang="es-ES"/>
              <a:t> </a:t>
            </a:r>
            <a:r>
              <a:rPr lang="es-ES" err="1"/>
              <a:t>volupiendis</a:t>
            </a:r>
            <a:r>
              <a:rPr lang="es-ES"/>
              <a:t> di </a:t>
            </a:r>
            <a:r>
              <a:rPr lang="es-ES" err="1"/>
              <a:t>audanda</a:t>
            </a:r>
            <a:r>
              <a:rPr lang="es-ES"/>
              <a:t> </a:t>
            </a:r>
            <a:r>
              <a:rPr lang="es-ES" err="1"/>
              <a:t>dolorep</a:t>
            </a:r>
            <a:r>
              <a:rPr lang="es-ES"/>
              <a:t> </a:t>
            </a:r>
            <a:r>
              <a:rPr lang="es-ES" err="1"/>
              <a:t>eriore</a:t>
            </a:r>
            <a:r>
              <a:rPr lang="es-ES"/>
              <a:t> </a:t>
            </a:r>
            <a:r>
              <a:rPr lang="es-ES" err="1"/>
              <a:t>perferi</a:t>
            </a:r>
            <a:r>
              <a:rPr lang="es-ES"/>
              <a:t> </a:t>
            </a:r>
            <a:r>
              <a:rPr lang="es-ES" err="1"/>
              <a:t>commolor</a:t>
            </a:r>
            <a:r>
              <a:rPr lang="es-ES"/>
              <a:t> </a:t>
            </a:r>
            <a:r>
              <a:rPr lang="es-ES" err="1"/>
              <a:t>sapeles</a:t>
            </a:r>
            <a:r>
              <a:rPr lang="es-ES"/>
              <a:t> </a:t>
            </a:r>
            <a:r>
              <a:rPr lang="es-ES" err="1"/>
              <a:t>ecaborr</a:t>
            </a:r>
            <a:r>
              <a:rPr lang="es-ES"/>
              <a:t> </a:t>
            </a:r>
            <a:r>
              <a:rPr lang="es-ES" err="1"/>
              <a:t>ovitectur</a:t>
            </a:r>
            <a:r>
              <a:rPr lang="es-ES"/>
              <a:t> </a:t>
            </a:r>
            <a:r>
              <a:rPr lang="es-ES" err="1"/>
              <a:t>simaxim</a:t>
            </a:r>
            <a:r>
              <a:rPr lang="es-ES"/>
              <a:t> </a:t>
            </a:r>
            <a:r>
              <a:rPr lang="es-ES" err="1"/>
              <a:t>olorecum</a:t>
            </a:r>
            <a:r>
              <a:rPr lang="es-ES"/>
              <a:t> si sunt </a:t>
            </a:r>
            <a:r>
              <a:rPr lang="es-ES" err="1"/>
              <a:t>lat</a:t>
            </a:r>
            <a:r>
              <a:rPr lang="es-ES"/>
              <a:t> </a:t>
            </a:r>
            <a:r>
              <a:rPr lang="es-ES" err="1"/>
              <a:t>pliquid</a:t>
            </a:r>
            <a:r>
              <a:rPr lang="es-ES"/>
              <a:t> </a:t>
            </a:r>
            <a:r>
              <a:rPr lang="es-ES" err="1"/>
              <a:t>estrum</a:t>
            </a:r>
            <a:r>
              <a:rPr lang="es-ES"/>
              <a:t> </a:t>
            </a:r>
            <a:r>
              <a:rPr lang="es-ES" err="1"/>
              <a:t>estotam</a:t>
            </a:r>
            <a:r>
              <a:rPr lang="es-ES"/>
              <a:t> </a:t>
            </a:r>
            <a:r>
              <a:rPr lang="es-ES" err="1"/>
              <a:t>nateculparum</a:t>
            </a:r>
            <a:r>
              <a:rPr lang="es-ES"/>
              <a:t>.</a:t>
            </a:r>
          </a:p>
        </p:txBody>
      </p:sp>
      <p:sp>
        <p:nvSpPr>
          <p:cNvPr id="7" name="Marcador de posición de imagen 6">
            <a:extLst>
              <a:ext uri="{FF2B5EF4-FFF2-40B4-BE49-F238E27FC236}">
                <a16:creationId xmlns:a16="http://schemas.microsoft.com/office/drawing/2014/main" id="{ED1E0527-4F8E-3B80-EC74-9D282107C5BE}"/>
              </a:ext>
            </a:extLst>
          </p:cNvPr>
          <p:cNvSpPr>
            <a:spLocks noGrp="1"/>
          </p:cNvSpPr>
          <p:nvPr>
            <p:ph type="pic" sz="quarter" idx="31" hasCustomPrompt="1"/>
          </p:nvPr>
        </p:nvSpPr>
        <p:spPr>
          <a:xfrm>
            <a:off x="6096000" y="904875"/>
            <a:ext cx="6096000" cy="5953125"/>
          </a:xfrm>
          <a:prstGeom prst="rect">
            <a:avLst/>
          </a:prstGeom>
        </p:spPr>
        <p:txBody>
          <a:bodyPr/>
          <a:lstStyle>
            <a:lvl1pPr marL="0" indent="0" algn="r">
              <a:buNone/>
              <a:defRPr sz="1800"/>
            </a:lvl1pPr>
          </a:lstStyle>
          <a:p>
            <a:r>
              <a:rPr lang="es-ES"/>
              <a:t>Insertar imagen de fondo</a:t>
            </a:r>
          </a:p>
        </p:txBody>
      </p:sp>
      <p:sp>
        <p:nvSpPr>
          <p:cNvPr id="16" name="Título 12">
            <a:extLst>
              <a:ext uri="{FF2B5EF4-FFF2-40B4-BE49-F238E27FC236}">
                <a16:creationId xmlns:a16="http://schemas.microsoft.com/office/drawing/2014/main" id="{43D9B593-64C2-BE2C-F5C8-ABCC75712322}"/>
              </a:ext>
            </a:extLst>
          </p:cNvPr>
          <p:cNvSpPr>
            <a:spLocks noGrp="1"/>
          </p:cNvSpPr>
          <p:nvPr>
            <p:ph type="title" hasCustomPrompt="1"/>
          </p:nvPr>
        </p:nvSpPr>
        <p:spPr>
          <a:xfrm>
            <a:off x="658813" y="1365250"/>
            <a:ext cx="5208587" cy="387350"/>
          </a:xfrm>
          <a:prstGeom prst="rect">
            <a:avLst/>
          </a:prstGeom>
        </p:spPr>
        <p:txBody>
          <a:bodyPr lIns="0" tIns="0" rIns="0" bIns="0"/>
          <a:lstStyle>
            <a:lvl1pPr>
              <a:defRPr sz="2800" b="1"/>
            </a:lvl1pPr>
          </a:lstStyle>
          <a:p>
            <a:r>
              <a:rPr lang="es-ES"/>
              <a:t>Título </a:t>
            </a:r>
            <a:r>
              <a:rPr lang="es-ES" err="1"/>
              <a:t>slide</a:t>
            </a:r>
            <a:endParaRPr lang="es-ES"/>
          </a:p>
        </p:txBody>
      </p:sp>
      <p:cxnSp>
        <p:nvCxnSpPr>
          <p:cNvPr id="2" name="Conector recto 1">
            <a:extLst>
              <a:ext uri="{FF2B5EF4-FFF2-40B4-BE49-F238E27FC236}">
                <a16:creationId xmlns:a16="http://schemas.microsoft.com/office/drawing/2014/main" id="{B0046237-284A-79E9-CAF4-A49B55282A59}"/>
              </a:ext>
            </a:extLst>
          </p:cNvPr>
          <p:cNvCxnSpPr>
            <a:cxnSpLocks/>
          </p:cNvCxnSpPr>
          <p:nvPr userDrawn="1"/>
        </p:nvCxnSpPr>
        <p:spPr>
          <a:xfrm flipH="1">
            <a:off x="11155680" y="6584950"/>
            <a:ext cx="377508"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Holder 6">
            <a:extLst>
              <a:ext uri="{FF2B5EF4-FFF2-40B4-BE49-F238E27FC236}">
                <a16:creationId xmlns:a16="http://schemas.microsoft.com/office/drawing/2014/main" id="{7EABC1D3-E7AF-BEC3-5069-CBED4705F30E}"/>
              </a:ext>
            </a:extLst>
          </p:cNvPr>
          <p:cNvSpPr txBox="1">
            <a:spLocks/>
          </p:cNvSpPr>
          <p:nvPr userDrawn="1"/>
        </p:nvSpPr>
        <p:spPr>
          <a:xfrm>
            <a:off x="10835640" y="6385626"/>
            <a:ext cx="702567" cy="138499"/>
          </a:xfrm>
          <a:prstGeom prst="rect">
            <a:avLst/>
          </a:prstGeom>
        </p:spPr>
        <p:txBody>
          <a:bodyPr wrap="square" lIns="0" tIns="0" rIns="0" bIns="0">
            <a:spAutoFit/>
          </a:bodyPr>
          <a:lstStyle>
            <a:defPPr>
              <a:defRPr lang="es-ES"/>
            </a:defPPr>
            <a:lvl1pPr marL="0" algn="r" defTabSz="914400" rtl="0" eaLnBrk="1" latinLnBrk="0" hangingPunct="1">
              <a:defRPr sz="800" b="0" i="0" kern="1200">
                <a:solidFill>
                  <a:schemeClr val="tx1"/>
                </a:solidFill>
                <a:latin typeface="+mj-lt"/>
                <a:ea typeface="+mn-ea"/>
                <a:cs typeface="Santander Micro Text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a:spcBef>
                <a:spcPts val="155"/>
              </a:spcBef>
            </a:pPr>
            <a:r>
              <a:rPr lang="es-ES" sz="900"/>
              <a:t>Pág. </a:t>
            </a:r>
            <a:fld id="{81D60167-4931-47E6-BA6A-407CBD079E47}" type="slidenum">
              <a:rPr sz="900" smtClean="0"/>
              <a:pPr marL="92075">
                <a:spcBef>
                  <a:spcPts val="155"/>
                </a:spcBef>
              </a:pPr>
              <a:t>‹Nº›</a:t>
            </a:fld>
            <a:endParaRPr sz="900"/>
          </a:p>
        </p:txBody>
      </p:sp>
    </p:spTree>
    <p:extLst>
      <p:ext uri="{BB962C8B-B14F-4D97-AF65-F5344CB8AC3E}">
        <p14:creationId xmlns:p14="http://schemas.microsoft.com/office/powerpoint/2010/main" val="2604191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arrafo + imagen">
    <p:spTree>
      <p:nvGrpSpPr>
        <p:cNvPr id="1" name=""/>
        <p:cNvGrpSpPr/>
        <p:nvPr/>
      </p:nvGrpSpPr>
      <p:grpSpPr>
        <a:xfrm>
          <a:off x="0" y="0"/>
          <a:ext cx="0" cy="0"/>
          <a:chOff x="0" y="0"/>
          <a:chExt cx="0" cy="0"/>
        </a:xfrm>
      </p:grpSpPr>
      <p:sp>
        <p:nvSpPr>
          <p:cNvPr id="8" name="Título 12">
            <a:extLst>
              <a:ext uri="{FF2B5EF4-FFF2-40B4-BE49-F238E27FC236}">
                <a16:creationId xmlns:a16="http://schemas.microsoft.com/office/drawing/2014/main" id="{C700EE37-B9B1-9907-1BA0-C6243FA6F0F8}"/>
              </a:ext>
            </a:extLst>
          </p:cNvPr>
          <p:cNvSpPr>
            <a:spLocks noGrp="1"/>
          </p:cNvSpPr>
          <p:nvPr>
            <p:ph type="title" hasCustomPrompt="1"/>
          </p:nvPr>
        </p:nvSpPr>
        <p:spPr>
          <a:xfrm>
            <a:off x="658813" y="1365250"/>
            <a:ext cx="3665537" cy="863600"/>
          </a:xfrm>
          <a:prstGeom prst="rect">
            <a:avLst/>
          </a:prstGeom>
        </p:spPr>
        <p:txBody>
          <a:bodyPr lIns="0" tIns="0" rIns="0" bIns="0"/>
          <a:lstStyle>
            <a:lvl1pPr>
              <a:defRPr sz="2800" b="1"/>
            </a:lvl1pPr>
          </a:lstStyle>
          <a:p>
            <a:r>
              <a:rPr lang="es-ES"/>
              <a:t>Título de la </a:t>
            </a:r>
            <a:r>
              <a:rPr lang="es-ES" err="1"/>
              <a:t>slide</a:t>
            </a:r>
            <a:r>
              <a:rPr lang="es-ES"/>
              <a:t> hit qui cum </a:t>
            </a:r>
            <a:r>
              <a:rPr lang="es-ES" err="1"/>
              <a:t>aliquia</a:t>
            </a:r>
            <a:endParaRPr lang="es-ES"/>
          </a:p>
        </p:txBody>
      </p:sp>
      <p:sp>
        <p:nvSpPr>
          <p:cNvPr id="9" name="Marcador de texto 14">
            <a:extLst>
              <a:ext uri="{FF2B5EF4-FFF2-40B4-BE49-F238E27FC236}">
                <a16:creationId xmlns:a16="http://schemas.microsoft.com/office/drawing/2014/main" id="{FA156288-54CB-3B66-2FB4-2A495C1F8216}"/>
              </a:ext>
            </a:extLst>
          </p:cNvPr>
          <p:cNvSpPr>
            <a:spLocks noGrp="1"/>
          </p:cNvSpPr>
          <p:nvPr>
            <p:ph type="body" sz="quarter" idx="10"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
        <p:nvSpPr>
          <p:cNvPr id="10" name="Marcador de texto 14">
            <a:extLst>
              <a:ext uri="{FF2B5EF4-FFF2-40B4-BE49-F238E27FC236}">
                <a16:creationId xmlns:a16="http://schemas.microsoft.com/office/drawing/2014/main" id="{6530C4B4-96E8-09C1-D07D-DE2EE5E21A1D}"/>
              </a:ext>
            </a:extLst>
          </p:cNvPr>
          <p:cNvSpPr>
            <a:spLocks noGrp="1"/>
          </p:cNvSpPr>
          <p:nvPr>
            <p:ph type="body" sz="quarter" idx="27" hasCustomPrompt="1"/>
          </p:nvPr>
        </p:nvSpPr>
        <p:spPr>
          <a:xfrm>
            <a:off x="658813" y="2329830"/>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11" name="Marcador de texto 14">
            <a:extLst>
              <a:ext uri="{FF2B5EF4-FFF2-40B4-BE49-F238E27FC236}">
                <a16:creationId xmlns:a16="http://schemas.microsoft.com/office/drawing/2014/main" id="{4FB530F3-4392-7CA3-4A4E-17EE0A2ABA5E}"/>
              </a:ext>
            </a:extLst>
          </p:cNvPr>
          <p:cNvSpPr>
            <a:spLocks noGrp="1"/>
          </p:cNvSpPr>
          <p:nvPr>
            <p:ph type="body" sz="quarter" idx="28" hasCustomPrompt="1"/>
          </p:nvPr>
        </p:nvSpPr>
        <p:spPr>
          <a:xfrm>
            <a:off x="658813" y="2664678"/>
            <a:ext cx="4779962" cy="2297288"/>
          </a:xfrm>
          <a:prstGeom prst="rect">
            <a:avLst/>
          </a:prstGeom>
        </p:spPr>
        <p:txBody>
          <a:bodyPr lIns="0" tIns="0" rIns="0" bIns="0">
            <a:noAutofit/>
          </a:bodyPr>
          <a:lstStyle>
            <a:lvl1pPr marL="0" indent="0">
              <a:lnSpc>
                <a:spcPct val="120000"/>
              </a:lnSpc>
              <a:buNone/>
              <a:defRPr sz="1200" b="0">
                <a:solidFill>
                  <a:schemeClr val="tx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a:p>
            <a:pPr lvl="0"/>
            <a:r>
              <a:rPr lang="es-ES"/>
              <a:t>Pe </a:t>
            </a:r>
            <a:r>
              <a:rPr lang="es-ES" err="1"/>
              <a:t>pa</a:t>
            </a:r>
            <a:r>
              <a:rPr lang="es-ES"/>
              <a:t> </a:t>
            </a:r>
            <a:r>
              <a:rPr lang="es-ES" err="1"/>
              <a:t>quate</a:t>
            </a:r>
            <a:r>
              <a:rPr lang="es-ES"/>
              <a:t> </a:t>
            </a:r>
            <a:r>
              <a:rPr lang="es-ES" err="1"/>
              <a:t>ma</a:t>
            </a:r>
            <a:r>
              <a:rPr lang="es-ES"/>
              <a:t> </a:t>
            </a:r>
            <a:r>
              <a:rPr lang="es-ES" err="1"/>
              <a:t>deliciet</a:t>
            </a:r>
            <a:r>
              <a:rPr lang="es-ES"/>
              <a:t> </a:t>
            </a:r>
            <a:r>
              <a:rPr lang="es-ES" err="1"/>
              <a:t>ati</a:t>
            </a:r>
            <a:r>
              <a:rPr lang="es-ES"/>
              <a:t> </a:t>
            </a:r>
            <a:r>
              <a:rPr lang="es-ES" err="1"/>
              <a:t>volupiendis</a:t>
            </a:r>
            <a:r>
              <a:rPr lang="es-ES"/>
              <a:t> di </a:t>
            </a:r>
            <a:r>
              <a:rPr lang="es-ES" err="1"/>
              <a:t>audanda</a:t>
            </a:r>
            <a:r>
              <a:rPr lang="es-ES"/>
              <a:t> </a:t>
            </a:r>
            <a:r>
              <a:rPr lang="es-ES" err="1"/>
              <a:t>dolorep</a:t>
            </a:r>
            <a:r>
              <a:rPr lang="es-ES"/>
              <a:t> </a:t>
            </a:r>
            <a:r>
              <a:rPr lang="es-ES" err="1"/>
              <a:t>eriore</a:t>
            </a:r>
            <a:r>
              <a:rPr lang="es-ES"/>
              <a:t> </a:t>
            </a:r>
            <a:r>
              <a:rPr lang="es-ES" err="1"/>
              <a:t>perferi</a:t>
            </a:r>
            <a:r>
              <a:rPr lang="es-ES"/>
              <a:t> </a:t>
            </a:r>
            <a:r>
              <a:rPr lang="es-ES" err="1"/>
              <a:t>commolor</a:t>
            </a:r>
            <a:r>
              <a:rPr lang="es-ES"/>
              <a:t> </a:t>
            </a:r>
            <a:r>
              <a:rPr lang="es-ES" err="1"/>
              <a:t>sapeles</a:t>
            </a:r>
            <a:r>
              <a:rPr lang="es-ES"/>
              <a:t> </a:t>
            </a:r>
            <a:r>
              <a:rPr lang="es-ES" err="1"/>
              <a:t>ecaborr</a:t>
            </a:r>
            <a:r>
              <a:rPr lang="es-ES"/>
              <a:t> </a:t>
            </a:r>
            <a:r>
              <a:rPr lang="es-ES" err="1"/>
              <a:t>ovitectur</a:t>
            </a:r>
            <a:r>
              <a:rPr lang="es-ES"/>
              <a:t> </a:t>
            </a:r>
            <a:r>
              <a:rPr lang="es-ES" err="1"/>
              <a:t>simaxim</a:t>
            </a:r>
            <a:r>
              <a:rPr lang="es-ES"/>
              <a:t> </a:t>
            </a:r>
            <a:r>
              <a:rPr lang="es-ES" err="1"/>
              <a:t>olorecum</a:t>
            </a:r>
            <a:r>
              <a:rPr lang="es-ES"/>
              <a:t> si sunt </a:t>
            </a:r>
            <a:r>
              <a:rPr lang="es-ES" err="1"/>
              <a:t>lat</a:t>
            </a:r>
            <a:r>
              <a:rPr lang="es-ES"/>
              <a:t> </a:t>
            </a:r>
            <a:r>
              <a:rPr lang="es-ES" err="1"/>
              <a:t>pliquid</a:t>
            </a:r>
            <a:r>
              <a:rPr lang="es-ES"/>
              <a:t> </a:t>
            </a:r>
            <a:r>
              <a:rPr lang="es-ES" err="1"/>
              <a:t>estrum</a:t>
            </a:r>
            <a:r>
              <a:rPr lang="es-ES"/>
              <a:t> </a:t>
            </a:r>
            <a:r>
              <a:rPr lang="es-ES" err="1"/>
              <a:t>estotam</a:t>
            </a:r>
            <a:r>
              <a:rPr lang="es-ES"/>
              <a:t> </a:t>
            </a:r>
            <a:r>
              <a:rPr lang="es-ES" err="1"/>
              <a:t>nateculparum</a:t>
            </a:r>
            <a:r>
              <a:rPr lang="es-ES"/>
              <a:t>.</a:t>
            </a:r>
          </a:p>
        </p:txBody>
      </p:sp>
      <p:sp>
        <p:nvSpPr>
          <p:cNvPr id="12" name="Marcador de texto 14">
            <a:extLst>
              <a:ext uri="{FF2B5EF4-FFF2-40B4-BE49-F238E27FC236}">
                <a16:creationId xmlns:a16="http://schemas.microsoft.com/office/drawing/2014/main" id="{66302F8C-D22B-0D56-8445-17ED5BA39D35}"/>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13" name="Conector recto 12">
            <a:extLst>
              <a:ext uri="{FF2B5EF4-FFF2-40B4-BE49-F238E27FC236}">
                <a16:creationId xmlns:a16="http://schemas.microsoft.com/office/drawing/2014/main" id="{E90B5E5C-F348-3899-F6F7-726C869BB292}"/>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Marcador de posición de imagen 14">
            <a:extLst>
              <a:ext uri="{FF2B5EF4-FFF2-40B4-BE49-F238E27FC236}">
                <a16:creationId xmlns:a16="http://schemas.microsoft.com/office/drawing/2014/main" id="{BAC3FA40-FB54-6FED-2377-45057456429F}"/>
              </a:ext>
            </a:extLst>
          </p:cNvPr>
          <p:cNvSpPr>
            <a:spLocks noGrp="1"/>
          </p:cNvSpPr>
          <p:nvPr>
            <p:ph type="pic" sz="quarter" idx="29" hasCustomPrompt="1"/>
          </p:nvPr>
        </p:nvSpPr>
        <p:spPr>
          <a:xfrm>
            <a:off x="6257925" y="0"/>
            <a:ext cx="5934075" cy="6038850"/>
          </a:xfrm>
          <a:prstGeom prst="rect">
            <a:avLst/>
          </a:prstGeom>
        </p:spPr>
        <p:txBody>
          <a:bodyPr/>
          <a:lstStyle>
            <a:lvl1pPr marL="0" indent="0">
              <a:buNone/>
              <a:defRPr sz="1600"/>
            </a:lvl1pPr>
          </a:lstStyle>
          <a:p>
            <a:r>
              <a:rPr lang="es-ES"/>
              <a:t>Insertar imagen</a:t>
            </a:r>
          </a:p>
        </p:txBody>
      </p:sp>
    </p:spTree>
    <p:extLst>
      <p:ext uri="{BB962C8B-B14F-4D97-AF65-F5344CB8AC3E}">
        <p14:creationId xmlns:p14="http://schemas.microsoft.com/office/powerpoint/2010/main" val="2629681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fras + imagenes">
    <p:spTree>
      <p:nvGrpSpPr>
        <p:cNvPr id="1" name=""/>
        <p:cNvGrpSpPr/>
        <p:nvPr/>
      </p:nvGrpSpPr>
      <p:grpSpPr>
        <a:xfrm>
          <a:off x="0" y="0"/>
          <a:ext cx="0" cy="0"/>
          <a:chOff x="0" y="0"/>
          <a:chExt cx="0" cy="0"/>
        </a:xfrm>
      </p:grpSpPr>
      <p:sp>
        <p:nvSpPr>
          <p:cNvPr id="8" name="Título 12">
            <a:extLst>
              <a:ext uri="{FF2B5EF4-FFF2-40B4-BE49-F238E27FC236}">
                <a16:creationId xmlns:a16="http://schemas.microsoft.com/office/drawing/2014/main" id="{C700EE37-B9B1-9907-1BA0-C6243FA6F0F8}"/>
              </a:ext>
            </a:extLst>
          </p:cNvPr>
          <p:cNvSpPr>
            <a:spLocks noGrp="1"/>
          </p:cNvSpPr>
          <p:nvPr>
            <p:ph type="title" hasCustomPrompt="1"/>
          </p:nvPr>
        </p:nvSpPr>
        <p:spPr>
          <a:xfrm>
            <a:off x="658814" y="1365250"/>
            <a:ext cx="2646362" cy="1187450"/>
          </a:xfrm>
          <a:prstGeom prst="rect">
            <a:avLst/>
          </a:prstGeom>
        </p:spPr>
        <p:txBody>
          <a:bodyPr lIns="0" tIns="0" rIns="0" bIns="0"/>
          <a:lstStyle>
            <a:lvl1pPr>
              <a:defRPr sz="2800" b="1"/>
            </a:lvl1pPr>
          </a:lstStyle>
          <a:p>
            <a:r>
              <a:rPr lang="es-ES"/>
              <a:t>Título de la </a:t>
            </a:r>
            <a:r>
              <a:rPr lang="es-ES" err="1"/>
              <a:t>slide</a:t>
            </a:r>
            <a:r>
              <a:rPr lang="es-ES"/>
              <a:t> hit qui cum </a:t>
            </a:r>
            <a:r>
              <a:rPr lang="es-ES" err="1"/>
              <a:t>aliquia</a:t>
            </a:r>
            <a:endParaRPr lang="es-ES"/>
          </a:p>
        </p:txBody>
      </p:sp>
      <p:sp>
        <p:nvSpPr>
          <p:cNvPr id="9" name="Marcador de texto 14">
            <a:extLst>
              <a:ext uri="{FF2B5EF4-FFF2-40B4-BE49-F238E27FC236}">
                <a16:creationId xmlns:a16="http://schemas.microsoft.com/office/drawing/2014/main" id="{FA156288-54CB-3B66-2FB4-2A495C1F8216}"/>
              </a:ext>
            </a:extLst>
          </p:cNvPr>
          <p:cNvSpPr>
            <a:spLocks noGrp="1"/>
          </p:cNvSpPr>
          <p:nvPr>
            <p:ph type="body" sz="quarter" idx="10"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
        <p:nvSpPr>
          <p:cNvPr id="10" name="Marcador de texto 14">
            <a:extLst>
              <a:ext uri="{FF2B5EF4-FFF2-40B4-BE49-F238E27FC236}">
                <a16:creationId xmlns:a16="http://schemas.microsoft.com/office/drawing/2014/main" id="{6530C4B4-96E8-09C1-D07D-DE2EE5E21A1D}"/>
              </a:ext>
            </a:extLst>
          </p:cNvPr>
          <p:cNvSpPr>
            <a:spLocks noGrp="1"/>
          </p:cNvSpPr>
          <p:nvPr>
            <p:ph type="body" sz="quarter" idx="27" hasCustomPrompt="1"/>
          </p:nvPr>
        </p:nvSpPr>
        <p:spPr>
          <a:xfrm>
            <a:off x="8488363" y="1268352"/>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11" name="Marcador de texto 14">
            <a:extLst>
              <a:ext uri="{FF2B5EF4-FFF2-40B4-BE49-F238E27FC236}">
                <a16:creationId xmlns:a16="http://schemas.microsoft.com/office/drawing/2014/main" id="{4FB530F3-4392-7CA3-4A4E-17EE0A2ABA5E}"/>
              </a:ext>
            </a:extLst>
          </p:cNvPr>
          <p:cNvSpPr>
            <a:spLocks noGrp="1"/>
          </p:cNvSpPr>
          <p:nvPr>
            <p:ph type="body" sz="quarter" idx="28" hasCustomPrompt="1"/>
          </p:nvPr>
        </p:nvSpPr>
        <p:spPr>
          <a:xfrm>
            <a:off x="8488364" y="1603200"/>
            <a:ext cx="3027362" cy="1463850"/>
          </a:xfrm>
          <a:prstGeom prst="rect">
            <a:avLst/>
          </a:prstGeom>
        </p:spPr>
        <p:txBody>
          <a:bodyPr lIns="0" tIns="0" rIns="0" bIns="0">
            <a:noAutofit/>
          </a:bodyPr>
          <a:lstStyle>
            <a:lvl1pPr marL="0" indent="0">
              <a:lnSpc>
                <a:spcPct val="120000"/>
              </a:lnSpc>
              <a:buNone/>
              <a:defRPr sz="1200" b="0">
                <a:solidFill>
                  <a:schemeClr val="tx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p:txBody>
      </p:sp>
      <p:sp>
        <p:nvSpPr>
          <p:cNvPr id="12" name="Marcador de texto 14">
            <a:extLst>
              <a:ext uri="{FF2B5EF4-FFF2-40B4-BE49-F238E27FC236}">
                <a16:creationId xmlns:a16="http://schemas.microsoft.com/office/drawing/2014/main" id="{66302F8C-D22B-0D56-8445-17ED5BA39D35}"/>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13" name="Conector recto 12">
            <a:extLst>
              <a:ext uri="{FF2B5EF4-FFF2-40B4-BE49-F238E27FC236}">
                <a16:creationId xmlns:a16="http://schemas.microsoft.com/office/drawing/2014/main" id="{E90B5E5C-F348-3899-F6F7-726C869BB292}"/>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Marcador de posición de imagen 14">
            <a:extLst>
              <a:ext uri="{FF2B5EF4-FFF2-40B4-BE49-F238E27FC236}">
                <a16:creationId xmlns:a16="http://schemas.microsoft.com/office/drawing/2014/main" id="{BAC3FA40-FB54-6FED-2377-45057456429F}"/>
              </a:ext>
            </a:extLst>
          </p:cNvPr>
          <p:cNvSpPr>
            <a:spLocks noGrp="1"/>
          </p:cNvSpPr>
          <p:nvPr>
            <p:ph type="pic" sz="quarter" idx="29" hasCustomPrompt="1"/>
          </p:nvPr>
        </p:nvSpPr>
        <p:spPr>
          <a:xfrm>
            <a:off x="7619999" y="3743325"/>
            <a:ext cx="4572001" cy="3114674"/>
          </a:xfrm>
          <a:prstGeom prst="rect">
            <a:avLst/>
          </a:prstGeom>
        </p:spPr>
        <p:txBody>
          <a:bodyPr/>
          <a:lstStyle>
            <a:lvl1pPr marL="0" indent="0">
              <a:buNone/>
              <a:defRPr sz="1600"/>
            </a:lvl1pPr>
          </a:lstStyle>
          <a:p>
            <a:r>
              <a:rPr lang="es-ES"/>
              <a:t>Insertar imagen</a:t>
            </a:r>
          </a:p>
        </p:txBody>
      </p:sp>
      <p:sp>
        <p:nvSpPr>
          <p:cNvPr id="4" name="Marcador de posición de imagen 14">
            <a:extLst>
              <a:ext uri="{FF2B5EF4-FFF2-40B4-BE49-F238E27FC236}">
                <a16:creationId xmlns:a16="http://schemas.microsoft.com/office/drawing/2014/main" id="{CE30C591-B5ED-AE14-B136-AA7AAA242153}"/>
              </a:ext>
            </a:extLst>
          </p:cNvPr>
          <p:cNvSpPr>
            <a:spLocks noGrp="1"/>
          </p:cNvSpPr>
          <p:nvPr>
            <p:ph type="pic" sz="quarter" idx="30" hasCustomPrompt="1"/>
          </p:nvPr>
        </p:nvSpPr>
        <p:spPr>
          <a:xfrm>
            <a:off x="3952875" y="0"/>
            <a:ext cx="3648075" cy="3733800"/>
          </a:xfrm>
          <a:prstGeom prst="rect">
            <a:avLst/>
          </a:prstGeom>
        </p:spPr>
        <p:txBody>
          <a:bodyPr/>
          <a:lstStyle>
            <a:lvl1pPr marL="0" indent="0">
              <a:buNone/>
              <a:defRPr sz="1600"/>
            </a:lvl1pPr>
          </a:lstStyle>
          <a:p>
            <a:r>
              <a:rPr lang="es-ES"/>
              <a:t>Insertar imagen</a:t>
            </a:r>
          </a:p>
        </p:txBody>
      </p:sp>
      <p:sp>
        <p:nvSpPr>
          <p:cNvPr id="5" name="Marcador de texto 14">
            <a:extLst>
              <a:ext uri="{FF2B5EF4-FFF2-40B4-BE49-F238E27FC236}">
                <a16:creationId xmlns:a16="http://schemas.microsoft.com/office/drawing/2014/main" id="{57AD1D00-1C6E-220B-6F67-D564F57C8AE7}"/>
              </a:ext>
            </a:extLst>
          </p:cNvPr>
          <p:cNvSpPr>
            <a:spLocks noGrp="1"/>
          </p:cNvSpPr>
          <p:nvPr>
            <p:ph type="body" sz="quarter" idx="31" hasCustomPrompt="1"/>
          </p:nvPr>
        </p:nvSpPr>
        <p:spPr>
          <a:xfrm>
            <a:off x="3935413" y="3995886"/>
            <a:ext cx="1751483" cy="204787"/>
          </a:xfrm>
          <a:prstGeom prst="rect">
            <a:avLst/>
          </a:prstGeom>
        </p:spPr>
        <p:txBody>
          <a:bodyPr lIns="0" tIns="0" rIns="0" bIns="0">
            <a:noAutofit/>
          </a:bodyPr>
          <a:lstStyle>
            <a:lvl1pPr marL="0" indent="0">
              <a:lnSpc>
                <a:spcPct val="100000"/>
              </a:lnSpc>
              <a:buNone/>
              <a:defRPr sz="1600" b="1">
                <a:solidFill>
                  <a:schemeClr val="accent1"/>
                </a:solidFill>
              </a:defRPr>
            </a:lvl1pPr>
          </a:lstStyle>
          <a:p>
            <a:pPr lvl="0"/>
            <a:r>
              <a:rPr lang="es-ES"/>
              <a:t>Título párrafo</a:t>
            </a:r>
          </a:p>
        </p:txBody>
      </p:sp>
      <p:sp>
        <p:nvSpPr>
          <p:cNvPr id="6" name="Marcador de texto 14">
            <a:extLst>
              <a:ext uri="{FF2B5EF4-FFF2-40B4-BE49-F238E27FC236}">
                <a16:creationId xmlns:a16="http://schemas.microsoft.com/office/drawing/2014/main" id="{02A4500B-A079-8363-650A-F3FB25BFA9F6}"/>
              </a:ext>
            </a:extLst>
          </p:cNvPr>
          <p:cNvSpPr>
            <a:spLocks noGrp="1"/>
          </p:cNvSpPr>
          <p:nvPr>
            <p:ph type="body" sz="quarter" idx="32" hasCustomPrompt="1"/>
          </p:nvPr>
        </p:nvSpPr>
        <p:spPr>
          <a:xfrm>
            <a:off x="3935414" y="4330734"/>
            <a:ext cx="3027362" cy="1463850"/>
          </a:xfrm>
          <a:prstGeom prst="rect">
            <a:avLst/>
          </a:prstGeom>
        </p:spPr>
        <p:txBody>
          <a:bodyPr lIns="0" tIns="0" rIns="0" bIns="0">
            <a:noAutofit/>
          </a:bodyPr>
          <a:lstStyle>
            <a:lvl1pPr marL="0" indent="0">
              <a:lnSpc>
                <a:spcPct val="120000"/>
              </a:lnSpc>
              <a:buNone/>
              <a:defRPr sz="1200" b="0">
                <a:solidFill>
                  <a:schemeClr val="tx1"/>
                </a:solidFill>
              </a:defRPr>
            </a:lvl1pPr>
          </a:lstStyle>
          <a:p>
            <a:pPr lvl="0"/>
            <a:r>
              <a:rPr lang="es-ES"/>
              <a:t>Subtítulo </a:t>
            </a:r>
            <a:r>
              <a:rPr lang="es-ES" err="1"/>
              <a:t>adit</a:t>
            </a:r>
            <a:r>
              <a:rPr lang="es-ES"/>
              <a:t> </a:t>
            </a:r>
            <a:r>
              <a:rPr lang="es-ES" err="1"/>
              <a:t>odipsae</a:t>
            </a:r>
            <a:r>
              <a:rPr lang="es-ES"/>
              <a:t> </a:t>
            </a:r>
            <a:r>
              <a:rPr lang="es-ES" err="1"/>
              <a:t>stiumquisin</a:t>
            </a:r>
            <a:r>
              <a:rPr lang="es-ES"/>
              <a:t> </a:t>
            </a:r>
            <a:r>
              <a:rPr lang="es-ES" err="1"/>
              <a:t>perem</a:t>
            </a:r>
            <a:r>
              <a:rPr lang="es-ES"/>
              <a:t> </a:t>
            </a:r>
            <a:r>
              <a:rPr lang="es-ES" err="1"/>
              <a:t>maiorae</a:t>
            </a:r>
            <a:r>
              <a:rPr lang="es-ES"/>
              <a:t> </a:t>
            </a:r>
            <a:r>
              <a:rPr lang="es-ES" err="1"/>
              <a:t>oditiaOtatem</a:t>
            </a:r>
            <a:r>
              <a:rPr lang="es-ES"/>
              <a:t> ut </a:t>
            </a:r>
            <a:r>
              <a:rPr lang="es-ES" err="1"/>
              <a:t>explam</a:t>
            </a:r>
            <a:r>
              <a:rPr lang="es-ES"/>
              <a:t> </a:t>
            </a:r>
            <a:r>
              <a:rPr lang="es-ES" err="1"/>
              <a:t>volupta</a:t>
            </a:r>
            <a:r>
              <a:rPr lang="es-ES"/>
              <a:t> </a:t>
            </a:r>
            <a:r>
              <a:rPr lang="es-ES" err="1"/>
              <a:t>tusdam</a:t>
            </a:r>
            <a:r>
              <a:rPr lang="es-ES"/>
              <a:t> </a:t>
            </a:r>
            <a:r>
              <a:rPr lang="es-ES" err="1"/>
              <a:t>fugia</a:t>
            </a:r>
            <a:r>
              <a:rPr lang="es-ES"/>
              <a:t> non </a:t>
            </a:r>
            <a:r>
              <a:rPr lang="es-ES" err="1"/>
              <a:t>pore</a:t>
            </a:r>
            <a:r>
              <a:rPr lang="es-ES"/>
              <a:t> </a:t>
            </a:r>
            <a:r>
              <a:rPr lang="es-ES" err="1"/>
              <a:t>lantorat</a:t>
            </a:r>
            <a:r>
              <a:rPr lang="es-ES"/>
              <a:t> </a:t>
            </a:r>
            <a:r>
              <a:rPr lang="es-ES" err="1"/>
              <a:t>ulparum</a:t>
            </a:r>
            <a:r>
              <a:rPr lang="es-ES"/>
              <a:t> </a:t>
            </a:r>
            <a:r>
              <a:rPr lang="es-ES" err="1"/>
              <a:t>expellabo</a:t>
            </a:r>
            <a:r>
              <a:rPr lang="es-ES"/>
              <a:t>. </a:t>
            </a:r>
            <a:r>
              <a:rPr lang="es-ES" err="1"/>
              <a:t>Pelenistia</a:t>
            </a:r>
            <a:r>
              <a:rPr lang="es-ES"/>
              <a:t> </a:t>
            </a:r>
            <a:r>
              <a:rPr lang="es-ES" err="1"/>
              <a:t>dolupta</a:t>
            </a:r>
            <a:r>
              <a:rPr lang="es-ES"/>
              <a:t> </a:t>
            </a:r>
            <a:r>
              <a:rPr lang="es-ES" err="1"/>
              <a:t>tiuntis</a:t>
            </a:r>
            <a:r>
              <a:rPr lang="es-ES"/>
              <a:t> et </a:t>
            </a:r>
            <a:r>
              <a:rPr lang="es-ES" err="1"/>
              <a:t>vit</a:t>
            </a:r>
            <a:r>
              <a:rPr lang="es-ES"/>
              <a:t> </a:t>
            </a:r>
            <a:r>
              <a:rPr lang="es-ES" err="1"/>
              <a:t>hariae</a:t>
            </a:r>
            <a:r>
              <a:rPr lang="es-ES"/>
              <a:t> </a:t>
            </a:r>
            <a:r>
              <a:rPr lang="es-ES" err="1"/>
              <a:t>nonsed</a:t>
            </a:r>
            <a:r>
              <a:rPr lang="es-ES"/>
              <a:t> et </a:t>
            </a:r>
            <a:r>
              <a:rPr lang="es-ES" err="1"/>
              <a:t>lautem</a:t>
            </a:r>
            <a:r>
              <a:rPr lang="es-ES"/>
              <a:t> </a:t>
            </a:r>
            <a:r>
              <a:rPr lang="es-ES" err="1"/>
              <a:t>conserum</a:t>
            </a:r>
            <a:r>
              <a:rPr lang="es-ES"/>
              <a:t> </a:t>
            </a:r>
            <a:r>
              <a:rPr lang="es-ES" err="1"/>
              <a:t>excerum</a:t>
            </a:r>
            <a:r>
              <a:rPr lang="es-ES"/>
              <a:t> </a:t>
            </a:r>
            <a:r>
              <a:rPr lang="es-ES" err="1"/>
              <a:t>sitibus</a:t>
            </a:r>
            <a:r>
              <a:rPr lang="es-ES"/>
              <a:t> ni </a:t>
            </a:r>
            <a:r>
              <a:rPr lang="es-ES" err="1"/>
              <a:t>cus</a:t>
            </a:r>
            <a:r>
              <a:rPr lang="es-ES"/>
              <a:t> </a:t>
            </a:r>
            <a:r>
              <a:rPr lang="es-ES" err="1"/>
              <a:t>sit</a:t>
            </a:r>
            <a:r>
              <a:rPr lang="es-ES"/>
              <a:t> </a:t>
            </a:r>
            <a:r>
              <a:rPr lang="es-ES" err="1"/>
              <a:t>auda</a:t>
            </a:r>
            <a:r>
              <a:rPr lang="es-ES"/>
              <a:t> </a:t>
            </a:r>
            <a:r>
              <a:rPr lang="es-ES" err="1"/>
              <a:t>natis</a:t>
            </a:r>
            <a:r>
              <a:rPr lang="es-ES"/>
              <a:t> </a:t>
            </a:r>
            <a:r>
              <a:rPr lang="es-ES" err="1"/>
              <a:t>acest</a:t>
            </a:r>
            <a:r>
              <a:rPr lang="es-ES"/>
              <a:t>, </a:t>
            </a:r>
            <a:r>
              <a:rPr lang="es-ES" err="1"/>
              <a:t>soluptatio</a:t>
            </a:r>
            <a:r>
              <a:rPr lang="es-ES"/>
              <a:t> </a:t>
            </a:r>
            <a:r>
              <a:rPr lang="es-ES" err="1"/>
              <a:t>eossequibus</a:t>
            </a:r>
            <a:r>
              <a:rPr lang="es-ES"/>
              <a:t> </a:t>
            </a:r>
            <a:r>
              <a:rPr lang="es-ES" err="1"/>
              <a:t>molupti</a:t>
            </a:r>
            <a:r>
              <a:rPr lang="es-ES"/>
              <a:t> </a:t>
            </a:r>
            <a:r>
              <a:rPr lang="es-ES" err="1"/>
              <a:t>aturerunt</a:t>
            </a:r>
            <a:r>
              <a:rPr lang="es-ES"/>
              <a:t> </a:t>
            </a:r>
            <a:r>
              <a:rPr lang="es-ES" err="1"/>
              <a:t>estrum</a:t>
            </a:r>
            <a:r>
              <a:rPr lang="es-ES"/>
              <a:t> </a:t>
            </a:r>
            <a:r>
              <a:rPr lang="es-ES" err="1"/>
              <a:t>quat</a:t>
            </a:r>
            <a:endParaRPr lang="es-ES"/>
          </a:p>
        </p:txBody>
      </p:sp>
      <p:sp>
        <p:nvSpPr>
          <p:cNvPr id="7" name="Marcador de texto 14">
            <a:extLst>
              <a:ext uri="{FF2B5EF4-FFF2-40B4-BE49-F238E27FC236}">
                <a16:creationId xmlns:a16="http://schemas.microsoft.com/office/drawing/2014/main" id="{FE1A5F63-BCC8-E0DB-0B59-66EF0A17AA97}"/>
              </a:ext>
            </a:extLst>
          </p:cNvPr>
          <p:cNvSpPr>
            <a:spLocks noGrp="1"/>
          </p:cNvSpPr>
          <p:nvPr>
            <p:ph type="body" sz="quarter" idx="33" hasCustomPrompt="1"/>
          </p:nvPr>
        </p:nvSpPr>
        <p:spPr>
          <a:xfrm>
            <a:off x="658813" y="2995762"/>
            <a:ext cx="2684462" cy="499914"/>
          </a:xfrm>
          <a:prstGeom prst="rect">
            <a:avLst/>
          </a:prstGeom>
        </p:spPr>
        <p:txBody>
          <a:bodyPr lIns="0" tIns="0" rIns="0" bIns="0">
            <a:noAutofit/>
          </a:bodyPr>
          <a:lstStyle>
            <a:lvl1pPr marL="0" indent="0">
              <a:lnSpc>
                <a:spcPct val="100000"/>
              </a:lnSpc>
              <a:buNone/>
              <a:defRPr sz="3600" b="1">
                <a:solidFill>
                  <a:schemeClr val="accent1"/>
                </a:solidFill>
              </a:defRPr>
            </a:lvl1pPr>
          </a:lstStyle>
          <a:p>
            <a:pPr lvl="0"/>
            <a:r>
              <a:rPr lang="es-ES"/>
              <a:t>99%</a:t>
            </a:r>
          </a:p>
        </p:txBody>
      </p:sp>
      <p:sp>
        <p:nvSpPr>
          <p:cNvPr id="14" name="Marcador de texto 14">
            <a:extLst>
              <a:ext uri="{FF2B5EF4-FFF2-40B4-BE49-F238E27FC236}">
                <a16:creationId xmlns:a16="http://schemas.microsoft.com/office/drawing/2014/main" id="{716EA20D-10A9-2764-8384-2EFB27EE711F}"/>
              </a:ext>
            </a:extLst>
          </p:cNvPr>
          <p:cNvSpPr>
            <a:spLocks noGrp="1"/>
          </p:cNvSpPr>
          <p:nvPr>
            <p:ph type="body" sz="quarter" idx="34" hasCustomPrompt="1"/>
          </p:nvPr>
        </p:nvSpPr>
        <p:spPr>
          <a:xfrm>
            <a:off x="658812" y="3519636"/>
            <a:ext cx="2713037" cy="309414"/>
          </a:xfrm>
          <a:prstGeom prst="rect">
            <a:avLst/>
          </a:prstGeom>
        </p:spPr>
        <p:txBody>
          <a:bodyPr lIns="0" tIns="0" rIns="0" bIns="0">
            <a:noAutofit/>
          </a:bodyPr>
          <a:lstStyle>
            <a:lvl1pPr marL="0" indent="0">
              <a:lnSpc>
                <a:spcPct val="100000"/>
              </a:lnSpc>
              <a:buNone/>
              <a:defRPr sz="1600" b="1">
                <a:solidFill>
                  <a:schemeClr val="tx1"/>
                </a:solidFill>
              </a:defRPr>
            </a:lvl1pPr>
          </a:lstStyle>
          <a:p>
            <a:pPr lvl="0"/>
            <a:r>
              <a:rPr lang="es-ES"/>
              <a:t>Descripción porcentaje</a:t>
            </a:r>
          </a:p>
        </p:txBody>
      </p:sp>
      <p:sp>
        <p:nvSpPr>
          <p:cNvPr id="16" name="Marcador de texto 14">
            <a:extLst>
              <a:ext uri="{FF2B5EF4-FFF2-40B4-BE49-F238E27FC236}">
                <a16:creationId xmlns:a16="http://schemas.microsoft.com/office/drawing/2014/main" id="{FA2CF41D-E040-DF75-EBFE-9620F69CD29D}"/>
              </a:ext>
            </a:extLst>
          </p:cNvPr>
          <p:cNvSpPr>
            <a:spLocks noGrp="1"/>
          </p:cNvSpPr>
          <p:nvPr>
            <p:ph type="body" sz="quarter" idx="35" hasCustomPrompt="1"/>
          </p:nvPr>
        </p:nvSpPr>
        <p:spPr>
          <a:xfrm>
            <a:off x="658813" y="4129262"/>
            <a:ext cx="2684462" cy="499914"/>
          </a:xfrm>
          <a:prstGeom prst="rect">
            <a:avLst/>
          </a:prstGeom>
        </p:spPr>
        <p:txBody>
          <a:bodyPr lIns="0" tIns="0" rIns="0" bIns="0">
            <a:noAutofit/>
          </a:bodyPr>
          <a:lstStyle>
            <a:lvl1pPr marL="0" indent="0">
              <a:lnSpc>
                <a:spcPct val="100000"/>
              </a:lnSpc>
              <a:buNone/>
              <a:defRPr sz="3600" b="1">
                <a:solidFill>
                  <a:schemeClr val="accent1"/>
                </a:solidFill>
              </a:defRPr>
            </a:lvl1pPr>
          </a:lstStyle>
          <a:p>
            <a:pPr lvl="0"/>
            <a:r>
              <a:rPr lang="es-ES"/>
              <a:t>99%</a:t>
            </a:r>
          </a:p>
        </p:txBody>
      </p:sp>
      <p:sp>
        <p:nvSpPr>
          <p:cNvPr id="17" name="Marcador de texto 14">
            <a:extLst>
              <a:ext uri="{FF2B5EF4-FFF2-40B4-BE49-F238E27FC236}">
                <a16:creationId xmlns:a16="http://schemas.microsoft.com/office/drawing/2014/main" id="{B7206015-13DD-D2BE-EA9D-97D5E38611E6}"/>
              </a:ext>
            </a:extLst>
          </p:cNvPr>
          <p:cNvSpPr>
            <a:spLocks noGrp="1"/>
          </p:cNvSpPr>
          <p:nvPr>
            <p:ph type="body" sz="quarter" idx="36" hasCustomPrompt="1"/>
          </p:nvPr>
        </p:nvSpPr>
        <p:spPr>
          <a:xfrm>
            <a:off x="658812" y="4653136"/>
            <a:ext cx="2713037" cy="309414"/>
          </a:xfrm>
          <a:prstGeom prst="rect">
            <a:avLst/>
          </a:prstGeom>
        </p:spPr>
        <p:txBody>
          <a:bodyPr lIns="0" tIns="0" rIns="0" bIns="0">
            <a:noAutofit/>
          </a:bodyPr>
          <a:lstStyle>
            <a:lvl1pPr marL="0" indent="0">
              <a:lnSpc>
                <a:spcPct val="100000"/>
              </a:lnSpc>
              <a:buNone/>
              <a:defRPr sz="1600" b="1">
                <a:solidFill>
                  <a:schemeClr val="tx1"/>
                </a:solidFill>
              </a:defRPr>
            </a:lvl1pPr>
          </a:lstStyle>
          <a:p>
            <a:pPr lvl="0"/>
            <a:r>
              <a:rPr lang="es-ES"/>
              <a:t>Descripción porcentaje</a:t>
            </a:r>
          </a:p>
        </p:txBody>
      </p:sp>
    </p:spTree>
    <p:extLst>
      <p:ext uri="{BB962C8B-B14F-4D97-AF65-F5344CB8AC3E}">
        <p14:creationId xmlns:p14="http://schemas.microsoft.com/office/powerpoint/2010/main" val="2529740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_Fondo color">
    <p:spTree>
      <p:nvGrpSpPr>
        <p:cNvPr id="1" name=""/>
        <p:cNvGrpSpPr/>
        <p:nvPr/>
      </p:nvGrpSpPr>
      <p:grpSpPr>
        <a:xfrm>
          <a:off x="0" y="0"/>
          <a:ext cx="0" cy="0"/>
          <a:chOff x="0" y="0"/>
          <a:chExt cx="0" cy="0"/>
        </a:xfrm>
      </p:grpSpPr>
      <p:sp>
        <p:nvSpPr>
          <p:cNvPr id="8" name="Marcador de texto 14">
            <a:extLst>
              <a:ext uri="{FF2B5EF4-FFF2-40B4-BE49-F238E27FC236}">
                <a16:creationId xmlns:a16="http://schemas.microsoft.com/office/drawing/2014/main" id="{FDB86E71-7330-B83A-0840-DCAEB7892AE4}"/>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9" name="Conector recto 8">
            <a:extLst>
              <a:ext uri="{FF2B5EF4-FFF2-40B4-BE49-F238E27FC236}">
                <a16:creationId xmlns:a16="http://schemas.microsoft.com/office/drawing/2014/main" id="{3D5D0C39-D161-B5CC-4D66-9D3E56A60623}"/>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Marcador de texto 14">
            <a:extLst>
              <a:ext uri="{FF2B5EF4-FFF2-40B4-BE49-F238E27FC236}">
                <a16:creationId xmlns:a16="http://schemas.microsoft.com/office/drawing/2014/main" id="{CBF71479-BCD1-668D-1A0E-A239ECE8084E}"/>
              </a:ext>
            </a:extLst>
          </p:cNvPr>
          <p:cNvSpPr>
            <a:spLocks noGrp="1"/>
          </p:cNvSpPr>
          <p:nvPr>
            <p:ph type="body" sz="quarter" idx="10"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
        <p:nvSpPr>
          <p:cNvPr id="31" name="Título 12">
            <a:extLst>
              <a:ext uri="{FF2B5EF4-FFF2-40B4-BE49-F238E27FC236}">
                <a16:creationId xmlns:a16="http://schemas.microsoft.com/office/drawing/2014/main" id="{A8560822-5D23-076E-6C0B-1752068292E2}"/>
              </a:ext>
            </a:extLst>
          </p:cNvPr>
          <p:cNvSpPr>
            <a:spLocks noGrp="1"/>
          </p:cNvSpPr>
          <p:nvPr>
            <p:ph type="title" hasCustomPrompt="1"/>
          </p:nvPr>
        </p:nvSpPr>
        <p:spPr>
          <a:xfrm>
            <a:off x="658813" y="1365250"/>
            <a:ext cx="10874375" cy="463550"/>
          </a:xfrm>
          <a:prstGeom prst="rect">
            <a:avLst/>
          </a:prstGeom>
        </p:spPr>
        <p:txBody>
          <a:bodyPr lIns="0" tIns="0" rIns="0" bIns="0"/>
          <a:lstStyle>
            <a:lvl1pPr>
              <a:defRPr sz="2800" b="1"/>
            </a:lvl1pPr>
          </a:lstStyle>
          <a:p>
            <a:r>
              <a:rPr lang="es-ES"/>
              <a:t>Título </a:t>
            </a:r>
            <a:r>
              <a:rPr lang="es-ES" err="1"/>
              <a:t>slide</a:t>
            </a:r>
            <a:endParaRPr lang="es-ES"/>
          </a:p>
        </p:txBody>
      </p:sp>
      <p:sp>
        <p:nvSpPr>
          <p:cNvPr id="33" name="Rectángulo 32">
            <a:extLst>
              <a:ext uri="{FF2B5EF4-FFF2-40B4-BE49-F238E27FC236}">
                <a16:creationId xmlns:a16="http://schemas.microsoft.com/office/drawing/2014/main" id="{817607F2-5DC5-8030-7B10-90E145C360AD}"/>
              </a:ext>
            </a:extLst>
          </p:cNvPr>
          <p:cNvSpPr/>
          <p:nvPr userDrawn="1"/>
        </p:nvSpPr>
        <p:spPr>
          <a:xfrm>
            <a:off x="0" y="809625"/>
            <a:ext cx="12192000" cy="6048375"/>
          </a:xfrm>
          <a:prstGeom prst="rect">
            <a:avLst/>
          </a:prstGeom>
          <a:solidFill>
            <a:srgbClr val="E6E1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 name="Conector recto 1">
            <a:extLst>
              <a:ext uri="{FF2B5EF4-FFF2-40B4-BE49-F238E27FC236}">
                <a16:creationId xmlns:a16="http://schemas.microsoft.com/office/drawing/2014/main" id="{2FC2F923-661D-DADD-63A1-D74D1F5869A0}"/>
              </a:ext>
            </a:extLst>
          </p:cNvPr>
          <p:cNvCxnSpPr>
            <a:cxnSpLocks/>
          </p:cNvCxnSpPr>
          <p:nvPr userDrawn="1"/>
        </p:nvCxnSpPr>
        <p:spPr>
          <a:xfrm flipH="1">
            <a:off x="11155680" y="6584950"/>
            <a:ext cx="377508"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Holder 6">
            <a:extLst>
              <a:ext uri="{FF2B5EF4-FFF2-40B4-BE49-F238E27FC236}">
                <a16:creationId xmlns:a16="http://schemas.microsoft.com/office/drawing/2014/main" id="{155FD5B2-3276-1076-AFA1-E386400C6957}"/>
              </a:ext>
            </a:extLst>
          </p:cNvPr>
          <p:cNvSpPr txBox="1">
            <a:spLocks/>
          </p:cNvSpPr>
          <p:nvPr userDrawn="1"/>
        </p:nvSpPr>
        <p:spPr>
          <a:xfrm>
            <a:off x="10835640" y="6385626"/>
            <a:ext cx="702567" cy="138499"/>
          </a:xfrm>
          <a:prstGeom prst="rect">
            <a:avLst/>
          </a:prstGeom>
        </p:spPr>
        <p:txBody>
          <a:bodyPr wrap="square" lIns="0" tIns="0" rIns="0" bIns="0">
            <a:spAutoFit/>
          </a:bodyPr>
          <a:lstStyle>
            <a:defPPr>
              <a:defRPr lang="es-ES"/>
            </a:defPPr>
            <a:lvl1pPr marL="0" algn="r" defTabSz="914400" rtl="0" eaLnBrk="1" latinLnBrk="0" hangingPunct="1">
              <a:defRPr sz="800" b="0" i="0" kern="1200">
                <a:solidFill>
                  <a:schemeClr val="tx1"/>
                </a:solidFill>
                <a:latin typeface="+mj-lt"/>
                <a:ea typeface="+mn-ea"/>
                <a:cs typeface="Santander Micro Text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a:spcBef>
                <a:spcPts val="155"/>
              </a:spcBef>
            </a:pPr>
            <a:r>
              <a:rPr lang="es-ES" sz="900"/>
              <a:t>Pág. </a:t>
            </a:r>
            <a:fld id="{81D60167-4931-47E6-BA6A-407CBD079E47}" type="slidenum">
              <a:rPr sz="900" smtClean="0"/>
              <a:pPr marL="92075">
                <a:spcBef>
                  <a:spcPts val="155"/>
                </a:spcBef>
              </a:pPr>
              <a:t>‹Nº›</a:t>
            </a:fld>
            <a:endParaRPr sz="900"/>
          </a:p>
        </p:txBody>
      </p:sp>
    </p:spTree>
    <p:extLst>
      <p:ext uri="{BB962C8B-B14F-4D97-AF65-F5344CB8AC3E}">
        <p14:creationId xmlns:p14="http://schemas.microsoft.com/office/powerpoint/2010/main" val="258086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ítulo_Fondo color + grafico">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10B2A0F0-47D4-6937-C4BF-0A9831BCA5A5}"/>
              </a:ext>
            </a:extLst>
          </p:cNvPr>
          <p:cNvSpPr/>
          <p:nvPr userDrawn="1"/>
        </p:nvSpPr>
        <p:spPr>
          <a:xfrm>
            <a:off x="0" y="809625"/>
            <a:ext cx="12192000" cy="6048375"/>
          </a:xfrm>
          <a:prstGeom prst="rect">
            <a:avLst/>
          </a:prstGeom>
          <a:solidFill>
            <a:srgbClr val="E6E1DB">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4">
            <a:extLst>
              <a:ext uri="{FF2B5EF4-FFF2-40B4-BE49-F238E27FC236}">
                <a16:creationId xmlns:a16="http://schemas.microsoft.com/office/drawing/2014/main" id="{FDB86E71-7330-B83A-0840-DCAEB7892AE4}"/>
              </a:ext>
            </a:extLst>
          </p:cNvPr>
          <p:cNvSpPr>
            <a:spLocks noGrp="1"/>
          </p:cNvSpPr>
          <p:nvPr>
            <p:ph type="body" sz="quarter" idx="26" hasCustomPrompt="1"/>
          </p:nvPr>
        </p:nvSpPr>
        <p:spPr>
          <a:xfrm>
            <a:off x="658813" y="6385912"/>
            <a:ext cx="2511106" cy="152048"/>
          </a:xfrm>
          <a:prstGeom prst="rect">
            <a:avLst/>
          </a:prstGeom>
        </p:spPr>
        <p:txBody>
          <a:bodyPr lIns="0" tIns="0" rIns="0" bIns="0">
            <a:noAutofit/>
          </a:bodyPr>
          <a:lstStyle>
            <a:lvl1pPr marL="0" indent="0">
              <a:lnSpc>
                <a:spcPct val="100000"/>
              </a:lnSpc>
              <a:buNone/>
              <a:defRPr sz="900" b="0">
                <a:solidFill>
                  <a:schemeClr val="tx1"/>
                </a:solidFill>
              </a:defRPr>
            </a:lvl1pPr>
          </a:lstStyle>
          <a:p>
            <a:pPr lvl="0"/>
            <a:r>
              <a:rPr lang="es-ES"/>
              <a:t>Título de documento</a:t>
            </a:r>
          </a:p>
        </p:txBody>
      </p:sp>
      <p:cxnSp>
        <p:nvCxnSpPr>
          <p:cNvPr id="9" name="Conector recto 8">
            <a:extLst>
              <a:ext uri="{FF2B5EF4-FFF2-40B4-BE49-F238E27FC236}">
                <a16:creationId xmlns:a16="http://schemas.microsoft.com/office/drawing/2014/main" id="{3D5D0C39-D161-B5CC-4D66-9D3E56A60623}"/>
              </a:ext>
            </a:extLst>
          </p:cNvPr>
          <p:cNvCxnSpPr>
            <a:cxnSpLocks/>
          </p:cNvCxnSpPr>
          <p:nvPr userDrawn="1"/>
        </p:nvCxnSpPr>
        <p:spPr>
          <a:xfrm flipH="1">
            <a:off x="658813" y="6584950"/>
            <a:ext cx="1040447"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Marcador de texto 14">
            <a:extLst>
              <a:ext uri="{FF2B5EF4-FFF2-40B4-BE49-F238E27FC236}">
                <a16:creationId xmlns:a16="http://schemas.microsoft.com/office/drawing/2014/main" id="{CBF71479-BCD1-668D-1A0E-A239ECE8084E}"/>
              </a:ext>
            </a:extLst>
          </p:cNvPr>
          <p:cNvSpPr>
            <a:spLocks noGrp="1"/>
          </p:cNvSpPr>
          <p:nvPr>
            <p:ph type="body" sz="quarter" idx="10"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
        <p:nvSpPr>
          <p:cNvPr id="30" name="Marcador de gráfico 29">
            <a:extLst>
              <a:ext uri="{FF2B5EF4-FFF2-40B4-BE49-F238E27FC236}">
                <a16:creationId xmlns:a16="http://schemas.microsoft.com/office/drawing/2014/main" id="{347FE033-9997-3CF8-CD55-605716E282FD}"/>
              </a:ext>
            </a:extLst>
          </p:cNvPr>
          <p:cNvSpPr>
            <a:spLocks noGrp="1"/>
          </p:cNvSpPr>
          <p:nvPr>
            <p:ph type="chart" sz="quarter" idx="27" hasCustomPrompt="1"/>
          </p:nvPr>
        </p:nvSpPr>
        <p:spPr>
          <a:xfrm>
            <a:off x="658813" y="1935163"/>
            <a:ext cx="10874375" cy="3986212"/>
          </a:xfrm>
          <a:prstGeom prst="rect">
            <a:avLst/>
          </a:prstGeom>
        </p:spPr>
        <p:txBody>
          <a:bodyPr/>
          <a:lstStyle>
            <a:lvl1pPr marL="0" indent="0">
              <a:buNone/>
              <a:defRPr sz="1800"/>
            </a:lvl1pPr>
          </a:lstStyle>
          <a:p>
            <a:r>
              <a:rPr lang="es-ES"/>
              <a:t>Insertar gráfico</a:t>
            </a:r>
          </a:p>
        </p:txBody>
      </p:sp>
      <p:sp>
        <p:nvSpPr>
          <p:cNvPr id="2" name="Título 12">
            <a:extLst>
              <a:ext uri="{FF2B5EF4-FFF2-40B4-BE49-F238E27FC236}">
                <a16:creationId xmlns:a16="http://schemas.microsoft.com/office/drawing/2014/main" id="{6FCCCF6D-8E1E-5978-C427-D5FD5CB26DAA}"/>
              </a:ext>
            </a:extLst>
          </p:cNvPr>
          <p:cNvSpPr>
            <a:spLocks noGrp="1"/>
          </p:cNvSpPr>
          <p:nvPr>
            <p:ph type="title" hasCustomPrompt="1"/>
          </p:nvPr>
        </p:nvSpPr>
        <p:spPr>
          <a:xfrm>
            <a:off x="658813" y="1365250"/>
            <a:ext cx="10874375" cy="463550"/>
          </a:xfrm>
          <a:prstGeom prst="rect">
            <a:avLst/>
          </a:prstGeom>
        </p:spPr>
        <p:txBody>
          <a:bodyPr lIns="0" tIns="0" rIns="0" bIns="0"/>
          <a:lstStyle>
            <a:lvl1pPr>
              <a:defRPr sz="2800" b="1"/>
            </a:lvl1pPr>
          </a:lstStyle>
          <a:p>
            <a:r>
              <a:rPr lang="es-ES"/>
              <a:t>Título </a:t>
            </a:r>
            <a:r>
              <a:rPr lang="es-ES" err="1"/>
              <a:t>slide</a:t>
            </a:r>
            <a:endParaRPr lang="es-ES"/>
          </a:p>
        </p:txBody>
      </p:sp>
      <p:cxnSp>
        <p:nvCxnSpPr>
          <p:cNvPr id="3" name="Conector recto 2">
            <a:extLst>
              <a:ext uri="{FF2B5EF4-FFF2-40B4-BE49-F238E27FC236}">
                <a16:creationId xmlns:a16="http://schemas.microsoft.com/office/drawing/2014/main" id="{4D1B3711-C4CC-3053-88B2-58EBA79A0EE9}"/>
              </a:ext>
            </a:extLst>
          </p:cNvPr>
          <p:cNvCxnSpPr>
            <a:cxnSpLocks/>
          </p:cNvCxnSpPr>
          <p:nvPr userDrawn="1"/>
        </p:nvCxnSpPr>
        <p:spPr>
          <a:xfrm flipH="1">
            <a:off x="11155680" y="6584950"/>
            <a:ext cx="377508"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Holder 6">
            <a:extLst>
              <a:ext uri="{FF2B5EF4-FFF2-40B4-BE49-F238E27FC236}">
                <a16:creationId xmlns:a16="http://schemas.microsoft.com/office/drawing/2014/main" id="{CEF8CA55-C913-2C61-2861-1DBA36150A9F}"/>
              </a:ext>
            </a:extLst>
          </p:cNvPr>
          <p:cNvSpPr txBox="1">
            <a:spLocks/>
          </p:cNvSpPr>
          <p:nvPr userDrawn="1"/>
        </p:nvSpPr>
        <p:spPr>
          <a:xfrm>
            <a:off x="10835640" y="6385626"/>
            <a:ext cx="702567" cy="138499"/>
          </a:xfrm>
          <a:prstGeom prst="rect">
            <a:avLst/>
          </a:prstGeom>
        </p:spPr>
        <p:txBody>
          <a:bodyPr wrap="square" lIns="0" tIns="0" rIns="0" bIns="0">
            <a:spAutoFit/>
          </a:bodyPr>
          <a:lstStyle>
            <a:defPPr>
              <a:defRPr lang="es-ES"/>
            </a:defPPr>
            <a:lvl1pPr marL="0" algn="r" defTabSz="914400" rtl="0" eaLnBrk="1" latinLnBrk="0" hangingPunct="1">
              <a:defRPr sz="800" b="0" i="0" kern="1200">
                <a:solidFill>
                  <a:schemeClr val="tx1"/>
                </a:solidFill>
                <a:latin typeface="+mj-lt"/>
                <a:ea typeface="+mn-ea"/>
                <a:cs typeface="Santander Micro Text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a:spcBef>
                <a:spcPts val="155"/>
              </a:spcBef>
            </a:pPr>
            <a:r>
              <a:rPr lang="es-ES" sz="900"/>
              <a:t>Pág. </a:t>
            </a:r>
            <a:fld id="{81D60167-4931-47E6-BA6A-407CBD079E47}" type="slidenum">
              <a:rPr sz="900" smtClean="0"/>
              <a:pPr marL="92075">
                <a:spcBef>
                  <a:spcPts val="155"/>
                </a:spcBef>
              </a:pPr>
              <a:t>‹Nº›</a:t>
            </a:fld>
            <a:endParaRPr sz="900"/>
          </a:p>
        </p:txBody>
      </p:sp>
    </p:spTree>
    <p:extLst>
      <p:ext uri="{BB962C8B-B14F-4D97-AF65-F5344CB8AC3E}">
        <p14:creationId xmlns:p14="http://schemas.microsoft.com/office/powerpoint/2010/main" val="116223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5A3169-FC67-1189-83C0-97C7F8693DCD}"/>
              </a:ext>
            </a:extLst>
          </p:cNvPr>
          <p:cNvSpPr>
            <a:spLocks noGrp="1"/>
          </p:cNvSpPr>
          <p:nvPr>
            <p:ph type="dt" sz="half" idx="10"/>
          </p:nvPr>
        </p:nvSpPr>
        <p:spPr>
          <a:xfrm>
            <a:off x="838200" y="6356350"/>
            <a:ext cx="2743200" cy="365125"/>
          </a:xfrm>
          <a:prstGeom prst="rect">
            <a:avLst/>
          </a:prstGeom>
        </p:spPr>
        <p:txBody>
          <a:bodyPr/>
          <a:lstStyle/>
          <a:p>
            <a:fld id="{C42F2CB0-61FF-429D-9B72-3A626C6B8B73}" type="datetimeFigureOut">
              <a:rPr lang="es-ES" smtClean="0"/>
              <a:t>06/03/2025</a:t>
            </a:fld>
            <a:endParaRPr lang="es-ES"/>
          </a:p>
        </p:txBody>
      </p:sp>
      <p:sp>
        <p:nvSpPr>
          <p:cNvPr id="3" name="Marcador de pie de página 2">
            <a:extLst>
              <a:ext uri="{FF2B5EF4-FFF2-40B4-BE49-F238E27FC236}">
                <a16:creationId xmlns:a16="http://schemas.microsoft.com/office/drawing/2014/main" id="{A24575A2-CC3B-0B8B-74D6-463E311CCFC5}"/>
              </a:ext>
            </a:extLst>
          </p:cNvPr>
          <p:cNvSpPr>
            <a:spLocks noGrp="1"/>
          </p:cNvSpPr>
          <p:nvPr>
            <p:ph type="ftr" sz="quarter" idx="11"/>
          </p:nvPr>
        </p:nvSpPr>
        <p:spPr>
          <a:xfrm>
            <a:off x="4038600" y="6356350"/>
            <a:ext cx="4114800" cy="365125"/>
          </a:xfrm>
          <a:prstGeom prst="rect">
            <a:avLst/>
          </a:prstGeom>
        </p:spPr>
        <p:txBody>
          <a:bodyPr/>
          <a:lstStyle/>
          <a:p>
            <a:endParaRPr lang="es-ES"/>
          </a:p>
        </p:txBody>
      </p:sp>
      <p:sp>
        <p:nvSpPr>
          <p:cNvPr id="4" name="Marcador de número de diapositiva 3">
            <a:extLst>
              <a:ext uri="{FF2B5EF4-FFF2-40B4-BE49-F238E27FC236}">
                <a16:creationId xmlns:a16="http://schemas.microsoft.com/office/drawing/2014/main" id="{5049956F-6046-924B-B8C8-C5ED86EE6D45}"/>
              </a:ext>
            </a:extLst>
          </p:cNvPr>
          <p:cNvSpPr>
            <a:spLocks noGrp="1"/>
          </p:cNvSpPr>
          <p:nvPr>
            <p:ph type="sldNum" sz="quarter" idx="12"/>
          </p:nvPr>
        </p:nvSpPr>
        <p:spPr>
          <a:xfrm>
            <a:off x="8610600" y="6356350"/>
            <a:ext cx="2743200" cy="365125"/>
          </a:xfrm>
          <a:prstGeom prst="rect">
            <a:avLst/>
          </a:prstGeom>
        </p:spPr>
        <p:txBody>
          <a:bodyPr/>
          <a:lstStyle/>
          <a:p>
            <a:fld id="{5C8437C7-1C36-47A1-9133-B4374BE38B61}" type="slidenum">
              <a:rPr lang="es-ES" smtClean="0"/>
              <a:t>‹Nº›</a:t>
            </a:fld>
            <a:endParaRPr lang="es-ES"/>
          </a:p>
        </p:txBody>
      </p:sp>
      <p:sp>
        <p:nvSpPr>
          <p:cNvPr id="7" name="Título 12">
            <a:extLst>
              <a:ext uri="{FF2B5EF4-FFF2-40B4-BE49-F238E27FC236}">
                <a16:creationId xmlns:a16="http://schemas.microsoft.com/office/drawing/2014/main" id="{F60AD945-84A7-F903-9540-FB02C289A91F}"/>
              </a:ext>
            </a:extLst>
          </p:cNvPr>
          <p:cNvSpPr>
            <a:spLocks noGrp="1"/>
          </p:cNvSpPr>
          <p:nvPr>
            <p:ph type="title" hasCustomPrompt="1"/>
          </p:nvPr>
        </p:nvSpPr>
        <p:spPr>
          <a:xfrm>
            <a:off x="658814" y="1365250"/>
            <a:ext cx="10874374" cy="387350"/>
          </a:xfrm>
          <a:prstGeom prst="rect">
            <a:avLst/>
          </a:prstGeom>
        </p:spPr>
        <p:txBody>
          <a:bodyPr lIns="0" tIns="0" rIns="0" bIns="0"/>
          <a:lstStyle>
            <a:lvl1pPr>
              <a:defRPr sz="2800" b="1"/>
            </a:lvl1pPr>
          </a:lstStyle>
          <a:p>
            <a:r>
              <a:rPr lang="es-ES"/>
              <a:t>Título de </a:t>
            </a:r>
            <a:r>
              <a:rPr lang="es-ES" err="1"/>
              <a:t>slide</a:t>
            </a:r>
            <a:endParaRPr lang="es-ES"/>
          </a:p>
        </p:txBody>
      </p:sp>
      <p:sp>
        <p:nvSpPr>
          <p:cNvPr id="8" name="Marcador de texto 14">
            <a:extLst>
              <a:ext uri="{FF2B5EF4-FFF2-40B4-BE49-F238E27FC236}">
                <a16:creationId xmlns:a16="http://schemas.microsoft.com/office/drawing/2014/main" id="{C3123959-B19F-6199-B54B-5689211F6A72}"/>
              </a:ext>
            </a:extLst>
          </p:cNvPr>
          <p:cNvSpPr>
            <a:spLocks noGrp="1"/>
          </p:cNvSpPr>
          <p:nvPr>
            <p:ph type="body" sz="quarter" idx="13" hasCustomPrompt="1"/>
          </p:nvPr>
        </p:nvSpPr>
        <p:spPr>
          <a:xfrm>
            <a:off x="658813" y="938213"/>
            <a:ext cx="1751483" cy="204787"/>
          </a:xfrm>
          <a:prstGeom prst="rect">
            <a:avLst/>
          </a:prstGeom>
        </p:spPr>
        <p:txBody>
          <a:bodyPr lIns="0" tIns="0" rIns="0" bIns="0">
            <a:noAutofit/>
          </a:bodyPr>
          <a:lstStyle>
            <a:lvl1pPr marL="0" indent="0">
              <a:lnSpc>
                <a:spcPct val="100000"/>
              </a:lnSpc>
              <a:buNone/>
              <a:defRPr sz="1200" b="1">
                <a:solidFill>
                  <a:schemeClr val="accent1"/>
                </a:solidFill>
              </a:defRPr>
            </a:lvl1pPr>
          </a:lstStyle>
          <a:p>
            <a:pPr lvl="0"/>
            <a:r>
              <a:rPr lang="es-ES"/>
              <a:t>01 | Título Capítulo</a:t>
            </a:r>
          </a:p>
        </p:txBody>
      </p:sp>
    </p:spTree>
    <p:extLst>
      <p:ext uri="{BB962C8B-B14F-4D97-AF65-F5344CB8AC3E}">
        <p14:creationId xmlns:p14="http://schemas.microsoft.com/office/powerpoint/2010/main" val="2520259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erre">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129BE45E-2C5C-72D3-DB27-F2140D13B2D6}"/>
              </a:ext>
            </a:extLst>
          </p:cNvPr>
          <p:cNvSpPr/>
          <p:nvPr userDrawn="1"/>
        </p:nvSpPr>
        <p:spPr>
          <a:xfrm>
            <a:off x="4953000" y="0"/>
            <a:ext cx="7238999" cy="6858000"/>
          </a:xfrm>
          <a:prstGeom prst="rect">
            <a:avLst/>
          </a:prstGeom>
          <a:solidFill>
            <a:srgbClr val="E6E2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descr="Imagen que contiene Forma&#10;&#10;Descripción generada automáticamente">
            <a:extLst>
              <a:ext uri="{FF2B5EF4-FFF2-40B4-BE49-F238E27FC236}">
                <a16:creationId xmlns:a16="http://schemas.microsoft.com/office/drawing/2014/main" id="{DBF0F549-07F8-BCF6-6774-C521C1A394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5" name="Rectángulo 4">
            <a:extLst>
              <a:ext uri="{FF2B5EF4-FFF2-40B4-BE49-F238E27FC236}">
                <a16:creationId xmlns:a16="http://schemas.microsoft.com/office/drawing/2014/main" id="{AB950ADA-F5CE-BD37-13B5-7198174ACF86}"/>
              </a:ext>
            </a:extLst>
          </p:cNvPr>
          <p:cNvSpPr/>
          <p:nvPr userDrawn="1"/>
        </p:nvSpPr>
        <p:spPr>
          <a:xfrm>
            <a:off x="-24680" y="0"/>
            <a:ext cx="471098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1F4BBCDA-C321-5ED1-BC69-C3160B29B26F}"/>
              </a:ext>
            </a:extLst>
          </p:cNvPr>
          <p:cNvSpPr txBox="1"/>
          <p:nvPr userDrawn="1"/>
        </p:nvSpPr>
        <p:spPr>
          <a:xfrm>
            <a:off x="658813" y="5903595"/>
            <a:ext cx="4852987" cy="123111"/>
          </a:xfrm>
          <a:prstGeom prst="rect">
            <a:avLst/>
          </a:prstGeom>
          <a:noFill/>
        </p:spPr>
        <p:txBody>
          <a:bodyPr wrap="square" lIns="0" tIns="0" rIns="0" bIns="0" rtlCol="0">
            <a:spAutoFit/>
          </a:bodyPr>
          <a:lstStyle/>
          <a:p>
            <a:pPr>
              <a:spcBef>
                <a:spcPts val="0"/>
              </a:spcBef>
              <a:spcAft>
                <a:spcPts val="600"/>
              </a:spcAft>
            </a:pPr>
            <a:r>
              <a:rPr lang="es-ES" sz="800"/>
              <a:t>Campus Almansa </a:t>
            </a:r>
            <a:r>
              <a:rPr lang="es-ES" sz="800">
                <a:solidFill>
                  <a:schemeClr val="accent1"/>
                </a:solidFill>
              </a:rPr>
              <a:t>|</a:t>
            </a:r>
            <a:r>
              <a:rPr lang="es-ES" sz="800"/>
              <a:t> Calle Almansa 101 </a:t>
            </a:r>
            <a:r>
              <a:rPr lang="es-ES" sz="800">
                <a:solidFill>
                  <a:schemeClr val="accent1"/>
                </a:solidFill>
              </a:rPr>
              <a:t>|</a:t>
            </a:r>
            <a:r>
              <a:rPr lang="es-ES" sz="800"/>
              <a:t> 28040 Madrid</a:t>
            </a:r>
          </a:p>
        </p:txBody>
      </p:sp>
      <p:cxnSp>
        <p:nvCxnSpPr>
          <p:cNvPr id="17" name="Conector recto 16">
            <a:extLst>
              <a:ext uri="{FF2B5EF4-FFF2-40B4-BE49-F238E27FC236}">
                <a16:creationId xmlns:a16="http://schemas.microsoft.com/office/drawing/2014/main" id="{116A516A-2301-D534-5E71-520653D696EA}"/>
              </a:ext>
            </a:extLst>
          </p:cNvPr>
          <p:cNvCxnSpPr>
            <a:cxnSpLocks/>
          </p:cNvCxnSpPr>
          <p:nvPr userDrawn="1"/>
        </p:nvCxnSpPr>
        <p:spPr>
          <a:xfrm>
            <a:off x="658813" y="6072823"/>
            <a:ext cx="3500437"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6F7F9B4F-F651-AE33-EB4F-222E0AD982A4}"/>
              </a:ext>
            </a:extLst>
          </p:cNvPr>
          <p:cNvSpPr txBox="1"/>
          <p:nvPr userDrawn="1"/>
        </p:nvSpPr>
        <p:spPr>
          <a:xfrm>
            <a:off x="658813" y="6125493"/>
            <a:ext cx="2216785" cy="153888"/>
          </a:xfrm>
          <a:prstGeom prst="rect">
            <a:avLst/>
          </a:prstGeom>
          <a:noFill/>
        </p:spPr>
        <p:txBody>
          <a:bodyPr wrap="square" lIns="0" tIns="0" rIns="0" bIns="0" rtlCol="0">
            <a:spAutoFit/>
          </a:bodyPr>
          <a:lstStyle/>
          <a:p>
            <a:pPr>
              <a:spcBef>
                <a:spcPts val="0"/>
              </a:spcBef>
              <a:spcAft>
                <a:spcPts val="600"/>
              </a:spcAft>
            </a:pPr>
            <a:r>
              <a:rPr lang="es-ES" sz="1000" b="1">
                <a:solidFill>
                  <a:schemeClr val="accent1"/>
                </a:solidFill>
              </a:rPr>
              <a:t>cunef.edu</a:t>
            </a:r>
          </a:p>
        </p:txBody>
      </p:sp>
      <p:pic>
        <p:nvPicPr>
          <p:cNvPr id="4" name="Imagen 3" descr="Logotipo&#10;&#10;Descripción generada automáticamente">
            <a:extLst>
              <a:ext uri="{FF2B5EF4-FFF2-40B4-BE49-F238E27FC236}">
                <a16:creationId xmlns:a16="http://schemas.microsoft.com/office/drawing/2014/main" id="{F2300BC7-16DF-CCE9-141C-C403A05B7CE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1994"/>
          <a:stretch/>
        </p:blipFill>
        <p:spPr bwMode="auto">
          <a:xfrm>
            <a:off x="566028" y="706118"/>
            <a:ext cx="2043822" cy="86473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375583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5" name="Conector recto 14">
            <a:extLst>
              <a:ext uri="{FF2B5EF4-FFF2-40B4-BE49-F238E27FC236}">
                <a16:creationId xmlns:a16="http://schemas.microsoft.com/office/drawing/2014/main" id="{15EB0F6C-A66A-8166-528E-04279256E15B}"/>
              </a:ext>
            </a:extLst>
          </p:cNvPr>
          <p:cNvCxnSpPr>
            <a:cxnSpLocks/>
          </p:cNvCxnSpPr>
          <p:nvPr userDrawn="1"/>
        </p:nvCxnSpPr>
        <p:spPr>
          <a:xfrm flipH="1">
            <a:off x="11155680" y="6584950"/>
            <a:ext cx="377508"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Holder 6">
            <a:extLst>
              <a:ext uri="{FF2B5EF4-FFF2-40B4-BE49-F238E27FC236}">
                <a16:creationId xmlns:a16="http://schemas.microsoft.com/office/drawing/2014/main" id="{2684CD75-7761-5C7B-C403-DC1484CB7DB9}"/>
              </a:ext>
            </a:extLst>
          </p:cNvPr>
          <p:cNvSpPr txBox="1">
            <a:spLocks/>
          </p:cNvSpPr>
          <p:nvPr userDrawn="1"/>
        </p:nvSpPr>
        <p:spPr>
          <a:xfrm>
            <a:off x="10835640" y="6385626"/>
            <a:ext cx="702567" cy="138499"/>
          </a:xfrm>
          <a:prstGeom prst="rect">
            <a:avLst/>
          </a:prstGeom>
        </p:spPr>
        <p:txBody>
          <a:bodyPr wrap="square" lIns="0" tIns="0" rIns="0" bIns="0">
            <a:spAutoFit/>
          </a:bodyPr>
          <a:lstStyle>
            <a:defPPr>
              <a:defRPr lang="es-ES"/>
            </a:defPPr>
            <a:lvl1pPr marL="0" algn="r" defTabSz="914400" rtl="0" eaLnBrk="1" latinLnBrk="0" hangingPunct="1">
              <a:defRPr sz="800" b="0" i="0" kern="1200">
                <a:solidFill>
                  <a:schemeClr val="tx1"/>
                </a:solidFill>
                <a:latin typeface="+mj-lt"/>
                <a:ea typeface="+mn-ea"/>
                <a:cs typeface="Santander Micro Text Ligh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a:spcBef>
                <a:spcPts val="155"/>
              </a:spcBef>
            </a:pPr>
            <a:r>
              <a:rPr lang="es-ES" sz="900"/>
              <a:t>Pág. </a:t>
            </a:r>
            <a:fld id="{81D60167-4931-47E6-BA6A-407CBD079E47}" type="slidenum">
              <a:rPr sz="900" smtClean="0"/>
              <a:pPr marL="92075">
                <a:spcBef>
                  <a:spcPts val="155"/>
                </a:spcBef>
              </a:pPr>
              <a:t>‹Nº›</a:t>
            </a:fld>
            <a:endParaRPr sz="900"/>
          </a:p>
        </p:txBody>
      </p:sp>
      <p:sp>
        <p:nvSpPr>
          <p:cNvPr id="2" name="Rectángulo 1">
            <a:extLst>
              <a:ext uri="{FF2B5EF4-FFF2-40B4-BE49-F238E27FC236}">
                <a16:creationId xmlns:a16="http://schemas.microsoft.com/office/drawing/2014/main" id="{60838C56-1F9E-D482-D885-E892B0C62FD9}"/>
              </a:ext>
            </a:extLst>
          </p:cNvPr>
          <p:cNvSpPr/>
          <p:nvPr userDrawn="1"/>
        </p:nvSpPr>
        <p:spPr>
          <a:xfrm>
            <a:off x="12268200" y="-1"/>
            <a:ext cx="3632200" cy="6858001"/>
          </a:xfrm>
          <a:prstGeom prst="rect">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abla 2">
            <a:extLst>
              <a:ext uri="{FF2B5EF4-FFF2-40B4-BE49-F238E27FC236}">
                <a16:creationId xmlns:a16="http://schemas.microsoft.com/office/drawing/2014/main" id="{5D30176E-6C24-31A3-9C27-DAACB77A35D2}"/>
              </a:ext>
            </a:extLst>
          </p:cNvPr>
          <p:cNvGraphicFramePr>
            <a:graphicFrameLocks noGrp="1"/>
          </p:cNvGraphicFramePr>
          <p:nvPr userDrawn="1">
            <p:extLst>
              <p:ext uri="{D42A27DB-BD31-4B8C-83A1-F6EECF244321}">
                <p14:modId xmlns:p14="http://schemas.microsoft.com/office/powerpoint/2010/main" val="902062870"/>
              </p:ext>
            </p:extLst>
          </p:nvPr>
        </p:nvGraphicFramePr>
        <p:xfrm>
          <a:off x="12481621" y="594654"/>
          <a:ext cx="3177479" cy="2578652"/>
        </p:xfrm>
        <a:graphic>
          <a:graphicData uri="http://schemas.openxmlformats.org/drawingml/2006/table">
            <a:tbl>
              <a:tblPr firstRow="1" bandRow="1">
                <a:tableStyleId>{5C22544A-7EE6-4342-B048-85BDC9FD1C3A}</a:tableStyleId>
              </a:tblPr>
              <a:tblGrid>
                <a:gridCol w="3177479">
                  <a:extLst>
                    <a:ext uri="{9D8B030D-6E8A-4147-A177-3AD203B41FA5}">
                      <a16:colId xmlns:a16="http://schemas.microsoft.com/office/drawing/2014/main" val="3531758884"/>
                    </a:ext>
                  </a:extLst>
                </a:gridCol>
              </a:tblGrid>
              <a:tr h="506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sz="800" b="0">
                        <a:solidFill>
                          <a:schemeClr val="tx1"/>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900" b="1" kern="1200">
                          <a:solidFill>
                            <a:schemeClr val="accent1"/>
                          </a:solidFill>
                          <a:latin typeface="+mj-lt"/>
                          <a:ea typeface="+mn-ea"/>
                          <a:cs typeface="+mn-cs"/>
                        </a:rPr>
                        <a:t>Título capitulo</a:t>
                      </a:r>
                    </a:p>
                    <a:p>
                      <a:pPr marL="0" algn="l" defTabSz="914400" rtl="0" eaLnBrk="1" latinLnBrk="0" hangingPunct="1"/>
                      <a:r>
                        <a:rPr lang="es-ES" sz="900" b="0" kern="1200">
                          <a:solidFill>
                            <a:schemeClr val="dk1"/>
                          </a:solidFill>
                          <a:latin typeface="+mj-lt"/>
                          <a:ea typeface="+mn-ea"/>
                          <a:cs typeface="+mn-cs"/>
                        </a:rPr>
                        <a:t>Arial Bold 12 pt. Naranja</a:t>
                      </a:r>
                    </a:p>
                  </a:txBody>
                  <a:tcPr marL="0" marR="0" marT="0" marB="0">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4753962"/>
                  </a:ext>
                </a:extLst>
              </a:tr>
              <a:tr h="517269">
                <a:tc>
                  <a:txBody>
                    <a:bodyPr/>
                    <a:lstStyle/>
                    <a:p>
                      <a:r>
                        <a:rPr lang="es-ES" sz="2800" b="1">
                          <a:latin typeface="+mj-lt"/>
                        </a:rPr>
                        <a:t>Título diapositiva</a:t>
                      </a:r>
                    </a:p>
                  </a:txBody>
                  <a:tcPr marL="0" marR="0" marT="0"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63144297"/>
                  </a:ext>
                </a:extLst>
              </a:tr>
              <a:tr h="337360">
                <a:tc>
                  <a:txBody>
                    <a:bodyPr/>
                    <a:lstStyle/>
                    <a:p>
                      <a:r>
                        <a:rPr lang="en-US" sz="900">
                          <a:latin typeface="+mj-lt"/>
                        </a:rPr>
                        <a:t>Arial </a:t>
                      </a:r>
                      <a:r>
                        <a:rPr lang="es-ES" sz="900" b="0" kern="1200">
                          <a:solidFill>
                            <a:schemeClr val="tx1"/>
                          </a:solidFill>
                          <a:latin typeface="+mn-lt"/>
                          <a:ea typeface="+mn-ea"/>
                          <a:cs typeface="+mn-cs"/>
                        </a:rPr>
                        <a:t>Bold</a:t>
                      </a:r>
                      <a:r>
                        <a:rPr lang="es-ES" sz="900" b="1" kern="1200">
                          <a:solidFill>
                            <a:schemeClr val="accent1"/>
                          </a:solidFill>
                          <a:latin typeface="+mn-lt"/>
                          <a:ea typeface="+mn-ea"/>
                          <a:cs typeface="+mn-cs"/>
                        </a:rPr>
                        <a:t> </a:t>
                      </a:r>
                      <a:r>
                        <a:rPr lang="en-US" sz="900">
                          <a:latin typeface="+mj-lt"/>
                        </a:rPr>
                        <a:t>28 pt. Negro</a:t>
                      </a:r>
                    </a:p>
                  </a:txBody>
                  <a:tcPr marL="0" marR="0" marT="0" marB="0">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6243497"/>
                  </a:ext>
                </a:extLst>
              </a:tr>
              <a:tr h="311746">
                <a:tc>
                  <a:txBody>
                    <a:bodyPr/>
                    <a:lstStyle/>
                    <a:p>
                      <a:pPr marL="0" algn="l" defTabSz="914400" rtl="0" eaLnBrk="1" latinLnBrk="0" hangingPunct="1"/>
                      <a:r>
                        <a:rPr lang="es-ES" sz="1600" b="1" kern="1200">
                          <a:solidFill>
                            <a:schemeClr val="accent1"/>
                          </a:solidFill>
                          <a:latin typeface="+mj-lt"/>
                          <a:ea typeface="+mn-ea"/>
                          <a:cs typeface="+mn-cs"/>
                        </a:rPr>
                        <a:t>Titular Nivel 2</a:t>
                      </a:r>
                    </a:p>
                  </a:txBody>
                  <a:tcPr marL="0" marR="0" marT="0"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16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latin typeface="+mj-lt"/>
                        </a:rPr>
                        <a:t>Arial Bold 16 pt. Naranja</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86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100">
                          <a:latin typeface="+mj-lt"/>
                        </a:rPr>
                        <a:t>Párrafo</a:t>
                      </a:r>
                    </a:p>
                  </a:txBody>
                  <a:tcPr marL="0" marR="0" marT="0" marB="0" anchor="b">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00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latin typeface="+mj-lt"/>
                        </a:rPr>
                        <a:t>Arial 12 pt. Negro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 name="Rectángulo 3">
            <a:extLst>
              <a:ext uri="{FF2B5EF4-FFF2-40B4-BE49-F238E27FC236}">
                <a16:creationId xmlns:a16="http://schemas.microsoft.com/office/drawing/2014/main" id="{6D50BC62-8E49-5C7C-20D7-2188A3E9EF03}"/>
              </a:ext>
            </a:extLst>
          </p:cNvPr>
          <p:cNvSpPr/>
          <p:nvPr userDrawn="1"/>
        </p:nvSpPr>
        <p:spPr>
          <a:xfrm>
            <a:off x="12373965" y="343742"/>
            <a:ext cx="1459054" cy="307777"/>
          </a:xfrm>
          <a:prstGeom prst="rect">
            <a:avLst/>
          </a:prstGeom>
        </p:spPr>
        <p:txBody>
          <a:bodyPr wrap="none">
            <a:spAutoFit/>
          </a:bodyPr>
          <a:lstStyle/>
          <a:p>
            <a:r>
              <a:rPr lang="es-ES" sz="1400" b="0" kern="1200">
                <a:solidFill>
                  <a:schemeClr val="accent3"/>
                </a:solidFill>
                <a:latin typeface="+mj-lt"/>
                <a:ea typeface="+mn-ea"/>
                <a:cs typeface="+mn-cs"/>
              </a:rPr>
              <a:t>Niveles de texto</a:t>
            </a:r>
            <a:endParaRPr lang="es-ES" sz="1400">
              <a:solidFill>
                <a:schemeClr val="accent3"/>
              </a:solidFill>
              <a:latin typeface="+mj-lt"/>
            </a:endParaRPr>
          </a:p>
        </p:txBody>
      </p:sp>
      <p:sp>
        <p:nvSpPr>
          <p:cNvPr id="12" name="Rectángulo 11">
            <a:extLst>
              <a:ext uri="{FF2B5EF4-FFF2-40B4-BE49-F238E27FC236}">
                <a16:creationId xmlns:a16="http://schemas.microsoft.com/office/drawing/2014/main" id="{7B1E9D61-CF03-FA61-8B2A-251B0D9BAE65}"/>
              </a:ext>
            </a:extLst>
          </p:cNvPr>
          <p:cNvSpPr/>
          <p:nvPr userDrawn="1"/>
        </p:nvSpPr>
        <p:spPr>
          <a:xfrm>
            <a:off x="12373965" y="3345056"/>
            <a:ext cx="801823" cy="307777"/>
          </a:xfrm>
          <a:prstGeom prst="rect">
            <a:avLst/>
          </a:prstGeom>
        </p:spPr>
        <p:txBody>
          <a:bodyPr wrap="none">
            <a:spAutoFit/>
          </a:bodyPr>
          <a:lstStyle/>
          <a:p>
            <a:r>
              <a:rPr lang="es-ES" sz="1400" b="0" kern="1200">
                <a:solidFill>
                  <a:schemeClr val="accent3"/>
                </a:solidFill>
                <a:latin typeface="+mj-lt"/>
                <a:ea typeface="+mn-ea"/>
                <a:cs typeface="+mn-cs"/>
              </a:rPr>
              <a:t>Colores</a:t>
            </a:r>
            <a:endParaRPr lang="es-ES" sz="1400">
              <a:solidFill>
                <a:schemeClr val="accent3"/>
              </a:solidFill>
              <a:latin typeface="+mj-lt"/>
            </a:endParaRPr>
          </a:p>
        </p:txBody>
      </p:sp>
      <p:grpSp>
        <p:nvGrpSpPr>
          <p:cNvPr id="52" name="Grupo 51">
            <a:extLst>
              <a:ext uri="{FF2B5EF4-FFF2-40B4-BE49-F238E27FC236}">
                <a16:creationId xmlns:a16="http://schemas.microsoft.com/office/drawing/2014/main" id="{650CFCE6-1DCD-4D8B-7527-50621100389E}"/>
              </a:ext>
            </a:extLst>
          </p:cNvPr>
          <p:cNvGrpSpPr/>
          <p:nvPr userDrawn="1"/>
        </p:nvGrpSpPr>
        <p:grpSpPr>
          <a:xfrm>
            <a:off x="12380315" y="3669154"/>
            <a:ext cx="2583112" cy="927229"/>
            <a:chOff x="12380315" y="3669154"/>
            <a:chExt cx="2583112" cy="927229"/>
          </a:xfrm>
        </p:grpSpPr>
        <p:sp>
          <p:nvSpPr>
            <p:cNvPr id="13" name="Rectángulo 12">
              <a:extLst>
                <a:ext uri="{FF2B5EF4-FFF2-40B4-BE49-F238E27FC236}">
                  <a16:creationId xmlns:a16="http://schemas.microsoft.com/office/drawing/2014/main" id="{A04C1473-BB7F-7D52-1A35-87FDA3D40927}"/>
                </a:ext>
              </a:extLst>
            </p:cNvPr>
            <p:cNvSpPr/>
            <p:nvPr userDrawn="1"/>
          </p:nvSpPr>
          <p:spPr>
            <a:xfrm>
              <a:off x="12380315" y="3669154"/>
              <a:ext cx="772969" cy="246221"/>
            </a:xfrm>
            <a:prstGeom prst="rect">
              <a:avLst/>
            </a:prstGeom>
          </p:spPr>
          <p:txBody>
            <a:bodyPr wrap="none">
              <a:spAutoFit/>
            </a:bodyPr>
            <a:lstStyle/>
            <a:p>
              <a:r>
                <a:rPr lang="es-ES" sz="1000" b="1" kern="1200">
                  <a:solidFill>
                    <a:schemeClr val="tx1"/>
                  </a:solidFill>
                  <a:latin typeface="+mj-lt"/>
                  <a:ea typeface="+mn-ea"/>
                  <a:cs typeface="+mn-cs"/>
                </a:rPr>
                <a:t>Primarios</a:t>
              </a:r>
              <a:endParaRPr lang="es-ES" sz="1000" b="1">
                <a:solidFill>
                  <a:schemeClr val="tx1"/>
                </a:solidFill>
                <a:latin typeface="+mj-lt"/>
              </a:endParaRPr>
            </a:p>
          </p:txBody>
        </p:sp>
        <p:sp>
          <p:nvSpPr>
            <p:cNvPr id="17" name="Rectángulo 16">
              <a:extLst>
                <a:ext uri="{FF2B5EF4-FFF2-40B4-BE49-F238E27FC236}">
                  <a16:creationId xmlns:a16="http://schemas.microsoft.com/office/drawing/2014/main" id="{391C4CE8-6BC8-1824-7F85-6F9DD1C1C824}"/>
                </a:ext>
              </a:extLst>
            </p:cNvPr>
            <p:cNvSpPr/>
            <p:nvPr userDrawn="1"/>
          </p:nvSpPr>
          <p:spPr>
            <a:xfrm>
              <a:off x="12484100" y="3916680"/>
              <a:ext cx="342900" cy="3429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FF5685C6-B98A-813F-AA39-F1F6C4F83B1D}"/>
                </a:ext>
              </a:extLst>
            </p:cNvPr>
            <p:cNvSpPr/>
            <p:nvPr userDrawn="1"/>
          </p:nvSpPr>
          <p:spPr>
            <a:xfrm>
              <a:off x="12380315" y="4319384"/>
              <a:ext cx="678391" cy="276999"/>
            </a:xfrm>
            <a:prstGeom prst="rect">
              <a:avLst/>
            </a:prstGeom>
          </p:spPr>
          <p:txBody>
            <a:bodyPr wrap="none">
              <a:spAutoFit/>
            </a:bodyPr>
            <a:lstStyle/>
            <a:p>
              <a:r>
                <a:rPr lang="es-ES" sz="600" b="1" kern="1200">
                  <a:solidFill>
                    <a:schemeClr val="tx1"/>
                  </a:solidFill>
                  <a:latin typeface="+mj-lt"/>
                  <a:ea typeface="+mn-ea"/>
                  <a:cs typeface="+mn-cs"/>
                </a:rPr>
                <a:t>RGB </a:t>
              </a:r>
              <a:r>
                <a:rPr lang="es-ES" sz="600" b="0" kern="1200">
                  <a:solidFill>
                    <a:schemeClr val="tx1"/>
                  </a:solidFill>
                  <a:latin typeface="+mj-lt"/>
                  <a:ea typeface="+mn-ea"/>
                  <a:cs typeface="+mn-cs"/>
                </a:rPr>
                <a:t>255/87/0</a:t>
              </a:r>
            </a:p>
            <a:p>
              <a:r>
                <a:rPr lang="es-ES" sz="600" b="1" kern="1200" err="1">
                  <a:solidFill>
                    <a:schemeClr val="tx1"/>
                  </a:solidFill>
                  <a:latin typeface="+mj-lt"/>
                  <a:ea typeface="+mn-ea"/>
                  <a:cs typeface="+mn-cs"/>
                </a:rPr>
                <a:t>Hex</a:t>
              </a:r>
              <a:r>
                <a:rPr lang="es-ES" sz="600" b="1" kern="1200">
                  <a:solidFill>
                    <a:schemeClr val="tx1"/>
                  </a:solidFill>
                  <a:latin typeface="+mj-lt"/>
                  <a:ea typeface="+mn-ea"/>
                  <a:cs typeface="+mn-cs"/>
                </a:rPr>
                <a:t> </a:t>
              </a:r>
              <a:r>
                <a:rPr lang="es-ES" sz="600" b="0" kern="1200">
                  <a:solidFill>
                    <a:schemeClr val="tx1"/>
                  </a:solidFill>
                  <a:latin typeface="+mj-lt"/>
                  <a:ea typeface="+mn-ea"/>
                  <a:cs typeface="+mn-cs"/>
                </a:rPr>
                <a:t>#ff5700</a:t>
              </a:r>
              <a:endParaRPr lang="es-ES" sz="600" b="0">
                <a:solidFill>
                  <a:schemeClr val="tx1"/>
                </a:solidFill>
                <a:latin typeface="+mj-lt"/>
              </a:endParaRPr>
            </a:p>
          </p:txBody>
        </p:sp>
        <p:cxnSp>
          <p:nvCxnSpPr>
            <p:cNvPr id="25" name="Conector recto 24">
              <a:extLst>
                <a:ext uri="{FF2B5EF4-FFF2-40B4-BE49-F238E27FC236}">
                  <a16:creationId xmlns:a16="http://schemas.microsoft.com/office/drawing/2014/main" id="{C6216A65-9EB9-BA78-5C11-512C973B9EE4}"/>
                </a:ext>
              </a:extLst>
            </p:cNvPr>
            <p:cNvCxnSpPr>
              <a:cxnSpLocks/>
            </p:cNvCxnSpPr>
            <p:nvPr userDrawn="1"/>
          </p:nvCxnSpPr>
          <p:spPr>
            <a:xfrm>
              <a:off x="13215941" y="3916680"/>
              <a:ext cx="0" cy="624364"/>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ángulo 25">
              <a:extLst>
                <a:ext uri="{FF2B5EF4-FFF2-40B4-BE49-F238E27FC236}">
                  <a16:creationId xmlns:a16="http://schemas.microsoft.com/office/drawing/2014/main" id="{92AE69BD-D19F-75F3-67BA-281857950831}"/>
                </a:ext>
              </a:extLst>
            </p:cNvPr>
            <p:cNvSpPr/>
            <p:nvPr userDrawn="1"/>
          </p:nvSpPr>
          <p:spPr>
            <a:xfrm>
              <a:off x="13400585" y="3916680"/>
              <a:ext cx="342900" cy="3429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05EE5EBA-F44E-53F8-29B5-9F00E6FC8BD9}"/>
                </a:ext>
              </a:extLst>
            </p:cNvPr>
            <p:cNvSpPr/>
            <p:nvPr userDrawn="1"/>
          </p:nvSpPr>
          <p:spPr>
            <a:xfrm>
              <a:off x="13296800" y="4319384"/>
              <a:ext cx="808235" cy="276999"/>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214/209/196</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#d6d1c4</a:t>
              </a:r>
              <a:endParaRPr lang="es-ES" sz="600" b="0">
                <a:solidFill>
                  <a:schemeClr val="tx1"/>
                </a:solidFill>
                <a:latin typeface="+mj-lt"/>
              </a:endParaRPr>
            </a:p>
          </p:txBody>
        </p:sp>
        <p:cxnSp>
          <p:nvCxnSpPr>
            <p:cNvPr id="28" name="Conector recto 27">
              <a:extLst>
                <a:ext uri="{FF2B5EF4-FFF2-40B4-BE49-F238E27FC236}">
                  <a16:creationId xmlns:a16="http://schemas.microsoft.com/office/drawing/2014/main" id="{50BD34F9-3987-76E4-A9AE-828CADACE39D}"/>
                </a:ext>
              </a:extLst>
            </p:cNvPr>
            <p:cNvCxnSpPr>
              <a:cxnSpLocks/>
            </p:cNvCxnSpPr>
            <p:nvPr userDrawn="1"/>
          </p:nvCxnSpPr>
          <p:spPr>
            <a:xfrm>
              <a:off x="14160896" y="3916680"/>
              <a:ext cx="0" cy="617220"/>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ángulo 28">
              <a:extLst>
                <a:ext uri="{FF2B5EF4-FFF2-40B4-BE49-F238E27FC236}">
                  <a16:creationId xmlns:a16="http://schemas.microsoft.com/office/drawing/2014/main" id="{87C7BF24-F0CD-A996-3F5C-CFBF2028BE7D}"/>
                </a:ext>
              </a:extLst>
            </p:cNvPr>
            <p:cNvSpPr/>
            <p:nvPr userDrawn="1"/>
          </p:nvSpPr>
          <p:spPr>
            <a:xfrm>
              <a:off x="14345540" y="3916680"/>
              <a:ext cx="342900" cy="3429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29">
              <a:extLst>
                <a:ext uri="{FF2B5EF4-FFF2-40B4-BE49-F238E27FC236}">
                  <a16:creationId xmlns:a16="http://schemas.microsoft.com/office/drawing/2014/main" id="{1C3D7CEC-9DC8-AB08-1CD2-301743E72317}"/>
                </a:ext>
              </a:extLst>
            </p:cNvPr>
            <p:cNvSpPr/>
            <p:nvPr userDrawn="1"/>
          </p:nvSpPr>
          <p:spPr>
            <a:xfrm>
              <a:off x="14241755" y="4319384"/>
              <a:ext cx="721672" cy="276999"/>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21/31/108</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#1a1f6c</a:t>
              </a:r>
              <a:endParaRPr lang="es-ES" sz="600" b="0">
                <a:solidFill>
                  <a:schemeClr val="tx1"/>
                </a:solidFill>
                <a:latin typeface="+mj-lt"/>
              </a:endParaRPr>
            </a:p>
          </p:txBody>
        </p:sp>
      </p:grpSp>
      <p:grpSp>
        <p:nvGrpSpPr>
          <p:cNvPr id="53" name="Grupo 52">
            <a:extLst>
              <a:ext uri="{FF2B5EF4-FFF2-40B4-BE49-F238E27FC236}">
                <a16:creationId xmlns:a16="http://schemas.microsoft.com/office/drawing/2014/main" id="{C2DD7830-FEC0-4BD5-A4F4-D65D49CFEACC}"/>
              </a:ext>
            </a:extLst>
          </p:cNvPr>
          <p:cNvGrpSpPr/>
          <p:nvPr userDrawn="1"/>
        </p:nvGrpSpPr>
        <p:grpSpPr>
          <a:xfrm>
            <a:off x="12380315" y="5622187"/>
            <a:ext cx="3392706" cy="1019562"/>
            <a:chOff x="12380315" y="5622187"/>
            <a:chExt cx="3392706" cy="1019562"/>
          </a:xfrm>
        </p:grpSpPr>
        <p:sp>
          <p:nvSpPr>
            <p:cNvPr id="32" name="Rectángulo 31">
              <a:extLst>
                <a:ext uri="{FF2B5EF4-FFF2-40B4-BE49-F238E27FC236}">
                  <a16:creationId xmlns:a16="http://schemas.microsoft.com/office/drawing/2014/main" id="{DD96DE6F-6FA5-505C-D52B-15E4B25A1C95}"/>
                </a:ext>
              </a:extLst>
            </p:cNvPr>
            <p:cNvSpPr/>
            <p:nvPr userDrawn="1"/>
          </p:nvSpPr>
          <p:spPr>
            <a:xfrm>
              <a:off x="12380315" y="5622187"/>
              <a:ext cx="760144" cy="246221"/>
            </a:xfrm>
            <a:prstGeom prst="rect">
              <a:avLst/>
            </a:prstGeom>
          </p:spPr>
          <p:txBody>
            <a:bodyPr wrap="none">
              <a:spAutoFit/>
            </a:bodyPr>
            <a:lstStyle/>
            <a:p>
              <a:r>
                <a:rPr lang="es-ES" sz="1000" b="1" kern="1200">
                  <a:solidFill>
                    <a:schemeClr val="tx1"/>
                  </a:solidFill>
                  <a:latin typeface="+mj-lt"/>
                  <a:ea typeface="+mn-ea"/>
                  <a:cs typeface="+mn-cs"/>
                </a:rPr>
                <a:t>De apoyo</a:t>
              </a:r>
              <a:endParaRPr lang="es-ES" sz="1000" b="1">
                <a:solidFill>
                  <a:schemeClr val="tx1"/>
                </a:solidFill>
                <a:latin typeface="+mj-lt"/>
              </a:endParaRPr>
            </a:p>
          </p:txBody>
        </p:sp>
        <p:sp>
          <p:nvSpPr>
            <p:cNvPr id="33" name="Rectángulo 32">
              <a:extLst>
                <a:ext uri="{FF2B5EF4-FFF2-40B4-BE49-F238E27FC236}">
                  <a16:creationId xmlns:a16="http://schemas.microsoft.com/office/drawing/2014/main" id="{9CBB6FB1-1B7A-BCF0-07DD-D51D66D60677}"/>
                </a:ext>
              </a:extLst>
            </p:cNvPr>
            <p:cNvSpPr/>
            <p:nvPr userDrawn="1"/>
          </p:nvSpPr>
          <p:spPr>
            <a:xfrm>
              <a:off x="12484100" y="5869713"/>
              <a:ext cx="342900" cy="342900"/>
            </a:xfrm>
            <a:prstGeom prst="rect">
              <a:avLst/>
            </a:prstGeom>
            <a:solidFill>
              <a:srgbClr val="D2E0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1DD6A401-DF17-FF88-F39D-C4B744811B5D}"/>
                </a:ext>
              </a:extLst>
            </p:cNvPr>
            <p:cNvSpPr/>
            <p:nvPr userDrawn="1"/>
          </p:nvSpPr>
          <p:spPr>
            <a:xfrm>
              <a:off x="12380315" y="6272417"/>
              <a:ext cx="808235" cy="276999"/>
            </a:xfrm>
            <a:prstGeom prst="rect">
              <a:avLst/>
            </a:prstGeom>
          </p:spPr>
          <p:txBody>
            <a:bodyPr wrap="none">
              <a:spAutoFit/>
            </a:bodyPr>
            <a:lstStyle/>
            <a:p>
              <a:r>
                <a:rPr lang="es-ES" sz="600" b="1" kern="1200">
                  <a:solidFill>
                    <a:schemeClr val="tx1"/>
                  </a:solidFill>
                  <a:latin typeface="+mj-lt"/>
                  <a:ea typeface="+mn-ea"/>
                  <a:cs typeface="+mn-cs"/>
                </a:rPr>
                <a:t>RGB </a:t>
              </a:r>
              <a:r>
                <a:rPr lang="es-ES" sz="600" b="0" kern="1200">
                  <a:solidFill>
                    <a:schemeClr val="tx1"/>
                  </a:solidFill>
                  <a:latin typeface="+mj-lt"/>
                  <a:ea typeface="+mn-ea"/>
                  <a:cs typeface="+mn-cs"/>
                </a:rPr>
                <a:t>210/224/243</a:t>
              </a:r>
            </a:p>
            <a:p>
              <a:r>
                <a:rPr lang="es-ES" sz="600" b="1" kern="1200">
                  <a:solidFill>
                    <a:schemeClr val="tx1"/>
                  </a:solidFill>
                  <a:latin typeface="+mj-lt"/>
                  <a:ea typeface="+mn-ea"/>
                  <a:cs typeface="+mn-cs"/>
                </a:rPr>
                <a:t>HEX </a:t>
              </a:r>
              <a:r>
                <a:rPr lang="es-ES" sz="600" b="0" kern="1200">
                  <a:solidFill>
                    <a:schemeClr val="tx1"/>
                  </a:solidFill>
                  <a:latin typeface="+mj-lt"/>
                  <a:ea typeface="+mn-ea"/>
                  <a:cs typeface="+mn-cs"/>
                </a:rPr>
                <a:t>#d2e0f3</a:t>
              </a:r>
            </a:p>
          </p:txBody>
        </p:sp>
        <p:cxnSp>
          <p:nvCxnSpPr>
            <p:cNvPr id="35" name="Conector recto 34">
              <a:extLst>
                <a:ext uri="{FF2B5EF4-FFF2-40B4-BE49-F238E27FC236}">
                  <a16:creationId xmlns:a16="http://schemas.microsoft.com/office/drawing/2014/main" id="{3E83368C-04ED-B9A7-7930-429B7519157A}"/>
                </a:ext>
              </a:extLst>
            </p:cNvPr>
            <p:cNvCxnSpPr>
              <a:cxnSpLocks/>
            </p:cNvCxnSpPr>
            <p:nvPr userDrawn="1"/>
          </p:nvCxnSpPr>
          <p:spPr>
            <a:xfrm>
              <a:off x="13215941" y="5860256"/>
              <a:ext cx="0" cy="628650"/>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ángulo 35">
              <a:extLst>
                <a:ext uri="{FF2B5EF4-FFF2-40B4-BE49-F238E27FC236}">
                  <a16:creationId xmlns:a16="http://schemas.microsoft.com/office/drawing/2014/main" id="{835B0475-6C93-630D-2D54-62F6BCDE0185}"/>
                </a:ext>
              </a:extLst>
            </p:cNvPr>
            <p:cNvSpPr/>
            <p:nvPr userDrawn="1"/>
          </p:nvSpPr>
          <p:spPr>
            <a:xfrm>
              <a:off x="13400585" y="5869713"/>
              <a:ext cx="342900" cy="342900"/>
            </a:xfrm>
            <a:prstGeom prst="rect">
              <a:avLst/>
            </a:prstGeom>
            <a:solidFill>
              <a:srgbClr val="F0EC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746A5D53-C0E5-778E-9A1C-8CA8D2AB303C}"/>
                </a:ext>
              </a:extLst>
            </p:cNvPr>
            <p:cNvSpPr/>
            <p:nvPr userDrawn="1"/>
          </p:nvSpPr>
          <p:spPr>
            <a:xfrm>
              <a:off x="13296800" y="6272417"/>
              <a:ext cx="808235" cy="276999"/>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240/236/232</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#f0ece8</a:t>
              </a:r>
              <a:endParaRPr lang="es-ES" sz="600" b="0">
                <a:solidFill>
                  <a:schemeClr val="tx1"/>
                </a:solidFill>
                <a:latin typeface="+mj-lt"/>
              </a:endParaRPr>
            </a:p>
          </p:txBody>
        </p:sp>
        <p:cxnSp>
          <p:nvCxnSpPr>
            <p:cNvPr id="38" name="Conector recto 37">
              <a:extLst>
                <a:ext uri="{FF2B5EF4-FFF2-40B4-BE49-F238E27FC236}">
                  <a16:creationId xmlns:a16="http://schemas.microsoft.com/office/drawing/2014/main" id="{9030B1EE-3417-A8F5-99F5-4C53E52EB9DC}"/>
                </a:ext>
              </a:extLst>
            </p:cNvPr>
            <p:cNvCxnSpPr>
              <a:cxnSpLocks/>
            </p:cNvCxnSpPr>
            <p:nvPr userDrawn="1"/>
          </p:nvCxnSpPr>
          <p:spPr>
            <a:xfrm>
              <a:off x="14160896" y="5864225"/>
              <a:ext cx="0" cy="619919"/>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tángulo 38">
              <a:extLst>
                <a:ext uri="{FF2B5EF4-FFF2-40B4-BE49-F238E27FC236}">
                  <a16:creationId xmlns:a16="http://schemas.microsoft.com/office/drawing/2014/main" id="{C456015C-97E4-504B-B47D-6A62F91964A6}"/>
                </a:ext>
              </a:extLst>
            </p:cNvPr>
            <p:cNvSpPr/>
            <p:nvPr userDrawn="1"/>
          </p:nvSpPr>
          <p:spPr>
            <a:xfrm>
              <a:off x="14345540" y="5869713"/>
              <a:ext cx="342900" cy="342900"/>
            </a:xfrm>
            <a:prstGeom prst="rect">
              <a:avLst/>
            </a:prstGeom>
            <a:solidFill>
              <a:schemeClr val="bg2"/>
            </a:solidFill>
            <a:ln>
              <a:solidFill>
                <a:schemeClr val="bg2">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E93B20CC-0224-79CC-2CF4-F73CF315656F}"/>
                </a:ext>
              </a:extLst>
            </p:cNvPr>
            <p:cNvSpPr/>
            <p:nvPr userDrawn="1"/>
          </p:nvSpPr>
          <p:spPr>
            <a:xfrm>
              <a:off x="14241755" y="6272417"/>
              <a:ext cx="569387" cy="369332"/>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0/0/0 </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#ffffff</a:t>
              </a:r>
            </a:p>
            <a:p>
              <a:endParaRPr lang="es-ES" sz="600" b="0">
                <a:solidFill>
                  <a:schemeClr val="tx1"/>
                </a:solidFill>
                <a:latin typeface="+mj-lt"/>
              </a:endParaRPr>
            </a:p>
          </p:txBody>
        </p:sp>
        <p:cxnSp>
          <p:nvCxnSpPr>
            <p:cNvPr id="64" name="Conector recto 63">
              <a:extLst>
                <a:ext uri="{FF2B5EF4-FFF2-40B4-BE49-F238E27FC236}">
                  <a16:creationId xmlns:a16="http://schemas.microsoft.com/office/drawing/2014/main" id="{882C8712-411E-E80D-0EC5-1B4A2DA9E6BC}"/>
                </a:ext>
              </a:extLst>
            </p:cNvPr>
            <p:cNvCxnSpPr>
              <a:cxnSpLocks/>
            </p:cNvCxnSpPr>
            <p:nvPr userDrawn="1"/>
          </p:nvCxnSpPr>
          <p:spPr>
            <a:xfrm>
              <a:off x="15024992" y="5867400"/>
              <a:ext cx="0" cy="621506"/>
            </a:xfrm>
            <a:prstGeom prst="line">
              <a:avLst/>
            </a:prstGeom>
          </p:spPr>
          <p:style>
            <a:lnRef idx="1">
              <a:schemeClr val="accent1"/>
            </a:lnRef>
            <a:fillRef idx="0">
              <a:schemeClr val="accent1"/>
            </a:fillRef>
            <a:effectRef idx="0">
              <a:schemeClr val="accent1"/>
            </a:effectRef>
            <a:fontRef idx="minor">
              <a:schemeClr val="tx1"/>
            </a:fontRef>
          </p:style>
        </p:cxnSp>
        <p:sp>
          <p:nvSpPr>
            <p:cNvPr id="65" name="Rectángulo 64">
              <a:extLst>
                <a:ext uri="{FF2B5EF4-FFF2-40B4-BE49-F238E27FC236}">
                  <a16:creationId xmlns:a16="http://schemas.microsoft.com/office/drawing/2014/main" id="{BC064FA9-0713-A908-BD16-9BA0EDB56309}"/>
                </a:ext>
              </a:extLst>
            </p:cNvPr>
            <p:cNvSpPr/>
            <p:nvPr userDrawn="1"/>
          </p:nvSpPr>
          <p:spPr>
            <a:xfrm>
              <a:off x="15209636" y="5869713"/>
              <a:ext cx="342900" cy="3429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Rectángulo 65">
              <a:extLst>
                <a:ext uri="{FF2B5EF4-FFF2-40B4-BE49-F238E27FC236}">
                  <a16:creationId xmlns:a16="http://schemas.microsoft.com/office/drawing/2014/main" id="{723AE06D-319D-68DE-DE82-201D8FA76055}"/>
                </a:ext>
              </a:extLst>
            </p:cNvPr>
            <p:cNvSpPr/>
            <p:nvPr userDrawn="1"/>
          </p:nvSpPr>
          <p:spPr>
            <a:xfrm>
              <a:off x="15105851" y="6272417"/>
              <a:ext cx="667170" cy="276999"/>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0/0/0</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#000000</a:t>
              </a:r>
              <a:endParaRPr lang="es-ES" sz="600" b="0">
                <a:solidFill>
                  <a:schemeClr val="tx1"/>
                </a:solidFill>
                <a:latin typeface="+mj-lt"/>
              </a:endParaRPr>
            </a:p>
          </p:txBody>
        </p:sp>
      </p:grpSp>
      <p:cxnSp>
        <p:nvCxnSpPr>
          <p:cNvPr id="42" name="Conector recto 41">
            <a:extLst>
              <a:ext uri="{FF2B5EF4-FFF2-40B4-BE49-F238E27FC236}">
                <a16:creationId xmlns:a16="http://schemas.microsoft.com/office/drawing/2014/main" id="{CE6B047C-F148-F96B-E419-987FE9DA203D}"/>
              </a:ext>
            </a:extLst>
          </p:cNvPr>
          <p:cNvCxnSpPr/>
          <p:nvPr userDrawn="1"/>
        </p:nvCxnSpPr>
        <p:spPr>
          <a:xfrm>
            <a:off x="12457430" y="3243580"/>
            <a:ext cx="30099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 name="Imagen 6" descr="Logotipo&#10;&#10;Descripción generada automáticamente">
            <a:extLst>
              <a:ext uri="{FF2B5EF4-FFF2-40B4-BE49-F238E27FC236}">
                <a16:creationId xmlns:a16="http://schemas.microsoft.com/office/drawing/2014/main" id="{8F836655-C1F1-B45F-9490-0CC81E11F8DE}"/>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21994"/>
          <a:stretch/>
        </p:blipFill>
        <p:spPr bwMode="auto">
          <a:xfrm>
            <a:off x="534278" y="382269"/>
            <a:ext cx="908758" cy="384494"/>
          </a:xfrm>
          <a:prstGeom prst="rect">
            <a:avLst/>
          </a:prstGeom>
          <a:noFill/>
          <a:ln>
            <a:noFill/>
          </a:ln>
          <a:extLst>
            <a:ext uri="{53640926-AAD7-44D8-BBD7-CCE9431645EC}">
              <a14:shadowObscured xmlns:a14="http://schemas.microsoft.com/office/drawing/2010/main"/>
            </a:ext>
          </a:extLst>
        </p:spPr>
      </p:pic>
      <p:grpSp>
        <p:nvGrpSpPr>
          <p:cNvPr id="51" name="Grupo 50">
            <a:extLst>
              <a:ext uri="{FF2B5EF4-FFF2-40B4-BE49-F238E27FC236}">
                <a16:creationId xmlns:a16="http://schemas.microsoft.com/office/drawing/2014/main" id="{CA0A8058-6EF8-FBC3-84BD-C7469C1AADB8}"/>
              </a:ext>
            </a:extLst>
          </p:cNvPr>
          <p:cNvGrpSpPr/>
          <p:nvPr userDrawn="1"/>
        </p:nvGrpSpPr>
        <p:grpSpPr>
          <a:xfrm>
            <a:off x="12380315" y="4684117"/>
            <a:ext cx="2647233" cy="927229"/>
            <a:chOff x="12380315" y="4684117"/>
            <a:chExt cx="2647233" cy="927229"/>
          </a:xfrm>
        </p:grpSpPr>
        <p:sp>
          <p:nvSpPr>
            <p:cNvPr id="41" name="Rectángulo 40">
              <a:extLst>
                <a:ext uri="{FF2B5EF4-FFF2-40B4-BE49-F238E27FC236}">
                  <a16:creationId xmlns:a16="http://schemas.microsoft.com/office/drawing/2014/main" id="{81A542ED-E15B-A49C-1EA5-0B1708FD149B}"/>
                </a:ext>
              </a:extLst>
            </p:cNvPr>
            <p:cNvSpPr/>
            <p:nvPr userDrawn="1"/>
          </p:nvSpPr>
          <p:spPr>
            <a:xfrm>
              <a:off x="12380315" y="4684117"/>
              <a:ext cx="986167" cy="246221"/>
            </a:xfrm>
            <a:prstGeom prst="rect">
              <a:avLst/>
            </a:prstGeom>
          </p:spPr>
          <p:txBody>
            <a:bodyPr wrap="none">
              <a:spAutoFit/>
            </a:bodyPr>
            <a:lstStyle/>
            <a:p>
              <a:r>
                <a:rPr lang="es-ES" sz="1000" b="1" kern="1200">
                  <a:solidFill>
                    <a:schemeClr val="tx1"/>
                  </a:solidFill>
                  <a:latin typeface="+mj-lt"/>
                  <a:ea typeface="+mn-ea"/>
                  <a:cs typeface="+mn-cs"/>
                </a:rPr>
                <a:t>Secundarios </a:t>
              </a:r>
              <a:endParaRPr lang="es-ES" sz="1000" b="1">
                <a:solidFill>
                  <a:schemeClr val="tx1"/>
                </a:solidFill>
                <a:latin typeface="+mj-lt"/>
              </a:endParaRPr>
            </a:p>
          </p:txBody>
        </p:sp>
        <p:sp>
          <p:nvSpPr>
            <p:cNvPr id="43" name="Rectángulo 42">
              <a:extLst>
                <a:ext uri="{FF2B5EF4-FFF2-40B4-BE49-F238E27FC236}">
                  <a16:creationId xmlns:a16="http://schemas.microsoft.com/office/drawing/2014/main" id="{ECF80B64-19A1-D5A6-0C70-563CEF140802}"/>
                </a:ext>
              </a:extLst>
            </p:cNvPr>
            <p:cNvSpPr/>
            <p:nvPr userDrawn="1"/>
          </p:nvSpPr>
          <p:spPr>
            <a:xfrm>
              <a:off x="12484100" y="4931643"/>
              <a:ext cx="342900" cy="3429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Rectángulo 43">
              <a:extLst>
                <a:ext uri="{FF2B5EF4-FFF2-40B4-BE49-F238E27FC236}">
                  <a16:creationId xmlns:a16="http://schemas.microsoft.com/office/drawing/2014/main" id="{052E1E9C-3556-CE62-1C30-546708AF0BDA}"/>
                </a:ext>
              </a:extLst>
            </p:cNvPr>
            <p:cNvSpPr/>
            <p:nvPr userDrawn="1"/>
          </p:nvSpPr>
          <p:spPr>
            <a:xfrm>
              <a:off x="12380315" y="5334347"/>
              <a:ext cx="785793" cy="276999"/>
            </a:xfrm>
            <a:prstGeom prst="rect">
              <a:avLst/>
            </a:prstGeom>
          </p:spPr>
          <p:txBody>
            <a:bodyPr wrap="none">
              <a:spAutoFit/>
            </a:bodyPr>
            <a:lstStyle/>
            <a:p>
              <a:r>
                <a:rPr lang="es-ES" sz="600" b="1" kern="1200">
                  <a:solidFill>
                    <a:schemeClr val="tx1"/>
                  </a:solidFill>
                  <a:latin typeface="+mj-lt"/>
                  <a:ea typeface="+mn-ea"/>
                  <a:cs typeface="+mn-cs"/>
                </a:rPr>
                <a:t>RGB </a:t>
              </a:r>
              <a:r>
                <a:rPr lang="es-ES" sz="600" b="0" kern="1200">
                  <a:solidFill>
                    <a:schemeClr val="tx1"/>
                  </a:solidFill>
                  <a:latin typeface="+mj-lt"/>
                  <a:ea typeface="+mn-ea"/>
                  <a:cs typeface="+mn-cs"/>
                </a:rPr>
                <a:t>254/150/31</a:t>
              </a:r>
              <a:r>
                <a:rPr lang="es-ES" sz="600" b="1" kern="1200">
                  <a:solidFill>
                    <a:schemeClr val="tx1"/>
                  </a:solidFill>
                  <a:latin typeface="+mj-lt"/>
                  <a:ea typeface="+mn-ea"/>
                  <a:cs typeface="+mn-cs"/>
                </a:rPr>
                <a:t> </a:t>
              </a:r>
            </a:p>
            <a:p>
              <a:r>
                <a:rPr lang="es-ES" sz="600" b="1" kern="1200">
                  <a:solidFill>
                    <a:schemeClr val="tx1"/>
                  </a:solidFill>
                  <a:latin typeface="+mj-lt"/>
                  <a:ea typeface="+mn-ea"/>
                  <a:cs typeface="+mn-cs"/>
                </a:rPr>
                <a:t>HEX </a:t>
              </a:r>
              <a:r>
                <a:rPr lang="es-ES" sz="600" b="0" kern="1200">
                  <a:solidFill>
                    <a:schemeClr val="tx1"/>
                  </a:solidFill>
                  <a:latin typeface="+mj-lt"/>
                  <a:ea typeface="+mn-ea"/>
                  <a:cs typeface="+mn-cs"/>
                </a:rPr>
                <a:t>#fe961f</a:t>
              </a:r>
            </a:p>
          </p:txBody>
        </p:sp>
        <p:cxnSp>
          <p:nvCxnSpPr>
            <p:cNvPr id="45" name="Conector recto 44">
              <a:extLst>
                <a:ext uri="{FF2B5EF4-FFF2-40B4-BE49-F238E27FC236}">
                  <a16:creationId xmlns:a16="http://schemas.microsoft.com/office/drawing/2014/main" id="{58091DB7-A8D7-3D9B-6571-791B1D478424}"/>
                </a:ext>
              </a:extLst>
            </p:cNvPr>
            <p:cNvCxnSpPr>
              <a:cxnSpLocks/>
            </p:cNvCxnSpPr>
            <p:nvPr userDrawn="1"/>
          </p:nvCxnSpPr>
          <p:spPr>
            <a:xfrm>
              <a:off x="13215941" y="4924425"/>
              <a:ext cx="0" cy="626411"/>
            </a:xfrm>
            <a:prstGeom prst="line">
              <a:avLst/>
            </a:prstGeom>
          </p:spPr>
          <p:style>
            <a:lnRef idx="1">
              <a:schemeClr val="accent1"/>
            </a:lnRef>
            <a:fillRef idx="0">
              <a:schemeClr val="accent1"/>
            </a:fillRef>
            <a:effectRef idx="0">
              <a:schemeClr val="accent1"/>
            </a:effectRef>
            <a:fontRef idx="minor">
              <a:schemeClr val="tx1"/>
            </a:fontRef>
          </p:style>
        </p:cxnSp>
        <p:sp>
          <p:nvSpPr>
            <p:cNvPr id="46" name="Rectángulo 45">
              <a:extLst>
                <a:ext uri="{FF2B5EF4-FFF2-40B4-BE49-F238E27FC236}">
                  <a16:creationId xmlns:a16="http://schemas.microsoft.com/office/drawing/2014/main" id="{8F316A05-3A40-5C9A-CB77-5AFABBA422B6}"/>
                </a:ext>
              </a:extLst>
            </p:cNvPr>
            <p:cNvSpPr/>
            <p:nvPr userDrawn="1"/>
          </p:nvSpPr>
          <p:spPr>
            <a:xfrm>
              <a:off x="13400585" y="4931643"/>
              <a:ext cx="342900" cy="3429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Rectángulo 46">
              <a:extLst>
                <a:ext uri="{FF2B5EF4-FFF2-40B4-BE49-F238E27FC236}">
                  <a16:creationId xmlns:a16="http://schemas.microsoft.com/office/drawing/2014/main" id="{B0E320F9-BDBA-9485-AFB1-935A38881E86}"/>
                </a:ext>
              </a:extLst>
            </p:cNvPr>
            <p:cNvSpPr/>
            <p:nvPr userDrawn="1"/>
          </p:nvSpPr>
          <p:spPr>
            <a:xfrm>
              <a:off x="13296800" y="5334347"/>
              <a:ext cx="742511" cy="276999"/>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7/150/163 </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#0796a3</a:t>
              </a:r>
            </a:p>
          </p:txBody>
        </p:sp>
        <p:cxnSp>
          <p:nvCxnSpPr>
            <p:cNvPr id="48" name="Conector recto 47">
              <a:extLst>
                <a:ext uri="{FF2B5EF4-FFF2-40B4-BE49-F238E27FC236}">
                  <a16:creationId xmlns:a16="http://schemas.microsoft.com/office/drawing/2014/main" id="{69A124EB-51E6-97A2-CC16-7814A1600D6A}"/>
                </a:ext>
              </a:extLst>
            </p:cNvPr>
            <p:cNvCxnSpPr>
              <a:cxnSpLocks/>
            </p:cNvCxnSpPr>
            <p:nvPr userDrawn="1"/>
          </p:nvCxnSpPr>
          <p:spPr>
            <a:xfrm>
              <a:off x="14160896" y="4933950"/>
              <a:ext cx="0" cy="612124"/>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ángulo 48">
              <a:extLst>
                <a:ext uri="{FF2B5EF4-FFF2-40B4-BE49-F238E27FC236}">
                  <a16:creationId xmlns:a16="http://schemas.microsoft.com/office/drawing/2014/main" id="{EA03AD50-B298-B70A-DA80-931B92E1DB15}"/>
                </a:ext>
              </a:extLst>
            </p:cNvPr>
            <p:cNvSpPr/>
            <p:nvPr userDrawn="1"/>
          </p:nvSpPr>
          <p:spPr>
            <a:xfrm>
              <a:off x="14345540" y="4931643"/>
              <a:ext cx="342900" cy="3429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AEBD719E-0DEB-BB08-1112-4467ED950C24}"/>
                </a:ext>
              </a:extLst>
            </p:cNvPr>
            <p:cNvSpPr/>
            <p:nvPr userDrawn="1"/>
          </p:nvSpPr>
          <p:spPr>
            <a:xfrm>
              <a:off x="14241755" y="5334347"/>
              <a:ext cx="785793" cy="276999"/>
            </a:xfrm>
            <a:prstGeom prst="rect">
              <a:avLst/>
            </a:prstGeom>
          </p:spPr>
          <p:txBody>
            <a:bodyPr wrap="none">
              <a:spAutoFit/>
            </a:bodyPr>
            <a:lstStyle/>
            <a:p>
              <a:r>
                <a:rPr lang="it-IT" sz="600" b="1" kern="1200">
                  <a:solidFill>
                    <a:schemeClr val="tx1"/>
                  </a:solidFill>
                  <a:latin typeface="+mj-lt"/>
                  <a:ea typeface="+mn-ea"/>
                  <a:cs typeface="+mn-cs"/>
                </a:rPr>
                <a:t>RGB </a:t>
              </a:r>
              <a:r>
                <a:rPr lang="it-IT" sz="600" b="0" kern="1200">
                  <a:solidFill>
                    <a:schemeClr val="tx1"/>
                  </a:solidFill>
                  <a:latin typeface="+mj-lt"/>
                  <a:ea typeface="+mn-ea"/>
                  <a:cs typeface="+mn-cs"/>
                </a:rPr>
                <a:t>174/60/124 </a:t>
              </a:r>
            </a:p>
            <a:p>
              <a:r>
                <a:rPr lang="it-IT" sz="600" b="1" kern="1200">
                  <a:solidFill>
                    <a:schemeClr val="tx1"/>
                  </a:solidFill>
                  <a:latin typeface="+mj-lt"/>
                  <a:ea typeface="+mn-ea"/>
                  <a:cs typeface="+mn-cs"/>
                </a:rPr>
                <a:t>HEX </a:t>
              </a:r>
              <a:r>
                <a:rPr lang="it-IT" sz="600" b="0" kern="1200">
                  <a:solidFill>
                    <a:schemeClr val="tx1"/>
                  </a:solidFill>
                  <a:latin typeface="+mj-lt"/>
                  <a:ea typeface="+mn-ea"/>
                  <a:cs typeface="+mn-cs"/>
                </a:rPr>
                <a:t>#ae3c7c</a:t>
              </a:r>
              <a:endParaRPr lang="es-ES" sz="600" b="0">
                <a:solidFill>
                  <a:schemeClr val="tx1"/>
                </a:solidFill>
                <a:latin typeface="+mj-lt"/>
              </a:endParaRPr>
            </a:p>
          </p:txBody>
        </p:sp>
      </p:grpSp>
    </p:spTree>
    <p:extLst>
      <p:ext uri="{BB962C8B-B14F-4D97-AF65-F5344CB8AC3E}">
        <p14:creationId xmlns:p14="http://schemas.microsoft.com/office/powerpoint/2010/main" val="98716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2" r:id="rId5"/>
    <p:sldLayoutId id="2147483661" r:id="rId6"/>
    <p:sldLayoutId id="2147483654" r:id="rId7"/>
    <p:sldLayoutId id="2147483663" r:id="rId8"/>
    <p:sldLayoutId id="2147483652" r:id="rId9"/>
    <p:sldLayoutId id="2147483664" r:id="rId10"/>
    <p:sldLayoutId id="2147483655" r:id="rId11"/>
    <p:sldLayoutId id="214748366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15" userDrawn="1">
          <p15:clr>
            <a:srgbClr val="F26B43"/>
          </p15:clr>
        </p15:guide>
        <p15:guide id="4" pos="7265" userDrawn="1">
          <p15:clr>
            <a:srgbClr val="F26B43"/>
          </p15:clr>
        </p15:guide>
        <p15:guide id="5" orient="horz" pos="255" userDrawn="1">
          <p15:clr>
            <a:srgbClr val="F26B43"/>
          </p15:clr>
        </p15:guide>
        <p15:guide id="6"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www.youtube.com/watch?v=qYNweeDHiy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claude.ai" TargetMode="External"/><Relationship Id="rId3" Type="http://schemas.openxmlformats.org/officeDocument/2006/relationships/hyperlink" Target="https://www.youtube.com/watch?v=0vZ_UVLhSQQ" TargetMode="External"/><Relationship Id="rId4" Type="http://schemas.openxmlformats.org/officeDocument/2006/relationships/hyperlink" Target="https://support.claude.com/en/articles/8114491-get-started-with-claude"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claude.ai/code/artifact/24522e35-b4bb-4668-b394-602e4b247941"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youtube.com/watch?v=GJ5jTgcbRHA" TargetMode="External"/><Relationship Id="rId3" Type="http://schemas.openxmlformats.org/officeDocument/2006/relationships/hyperlink" Target="https://support.claude.com/en/articles/9517075-what-are-projects" TargetMode="Externa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hyperlink" Target="https://claude.com/resources/tutorials/intro-to-artifacts" TargetMode="External"/><Relationship Id="rId4" Type="http://schemas.openxmlformats.org/officeDocument/2006/relationships/hyperlink" Target="https://support.claude.com/en/articles/9487310-what-are-artifacts-and-how-do-i-use-the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www.youtube.com/watch?v=kS1MJFZWMq4" TargetMode="External"/><Relationship Id="rId3" Type="http://schemas.openxmlformats.org/officeDocument/2006/relationships/hyperlink" Target="https://support.claude.com/en/articles/12512180-use-skills-in-claude" TargetMode="Externa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 Id="rId3" Type="http://schemas.openxmlformats.org/officeDocument/2006/relationships/hyperlink" Target="https://www.youtube.com/watch?v=F8NKVhkZZWI"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hyperlink" Target="https://www.youtube.com/watch?v=_jjSS0qGFbI" TargetMode="External"/><Relationship Id="rId4" Type="http://schemas.openxmlformats.org/officeDocument/2006/relationships/hyperlink" Target="https://support.claude.com/en/articles/11176164-use-connectors-to-extend-claude-s-capabilitie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support.claude.com/en/articles/10684626-enable-and-use-web-search" TargetMode="Externa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github.com/aguazz/search-processing-use-of-information/blob/main/01-Content/Topic%203%20-%20AI%20and%20Prompt%20Engineering/skills/socratic-tutor/SKILL.md" TargetMode="External"/><Relationship Id="rId3" Type="http://schemas.openxmlformats.org/officeDocument/2006/relationships/hyperlink" Target="https://github.com/aguazz/search-processing-use-of-information/blob/main/01-Content/Topic%203%20-%20AI%20and%20Prompt%20Engineering/study-buddy/study-buddy-agent-spec.md" TargetMode="Externa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github.com/aguazz/search-processing-use-of-information" TargetMode="Externa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pPr>
              <a:defRPr sz="2400"/>
            </a:pPr>
            <a:r>
              <a:t>AI &amp; Prompt Engineering</a:t>
            </a:r>
          </a:p>
        </p:txBody>
      </p:sp>
      <p:sp>
        <p:nvSpPr>
          <p:cNvPr id="3" name="Text Placeholder 2"/>
          <p:cNvSpPr>
            <a:spLocks noGrp="1"/>
          </p:cNvSpPr>
          <p:nvPr>
            <p:ph type="body" idx="10" sz="quarter"/>
          </p:nvPr>
        </p:nvSpPr>
        <p:spPr/>
        <p:txBody>
          <a:bodyPr/>
          <a:lstStyle/>
          <a:p>
            <a:r>
              <a:t>From Data to Decisions - Thinking in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a:t>
            </a:r>
          </a:p>
        </p:txBody>
      </p:sp>
      <p:sp>
        <p:nvSpPr>
          <p:cNvPr id="3" name="Text Placeholder 2"/>
          <p:cNvSpPr>
            <a:spLocks noGrp="1"/>
          </p:cNvSpPr>
          <p:nvPr>
            <p:ph type="body" idx="10" sz="quarter"/>
          </p:nvPr>
        </p:nvSpPr>
        <p:spPr/>
        <p:txBody>
          <a:bodyPr/>
          <a:lstStyle/>
          <a:p>
            <a:r>
              <a:t>System</a:t>
            </a:r>
          </a:p>
        </p:txBody>
      </p:sp>
      <p:sp>
        <p:nvSpPr>
          <p:cNvPr id="4" name="Text Placeholder 3"/>
          <p:cNvSpPr>
            <a:spLocks noGrp="1"/>
          </p:cNvSpPr>
          <p:nvPr>
            <p:ph type="body" idx="11" sz="quarter"/>
          </p:nvPr>
        </p:nvSpPr>
        <p:spPr/>
        <p:txBody>
          <a:bodyPr/>
          <a:lstStyle/>
          <a:p>
            <a:r>
              <a:t>1</a:t>
            </a:r>
          </a:p>
        </p:txBody>
      </p:sp>
      <p:sp>
        <p:nvSpPr>
          <p:cNvPr id="5" name="Text Placeholder 4"/>
          <p:cNvSpPr>
            <a:spLocks noGrp="1"/>
          </p:cNvSpPr>
          <p:nvPr>
            <p:ph type="body" idx="12" sz="quarter"/>
          </p:nvPr>
        </p:nvSpPr>
        <p:spPr/>
        <p:txBody>
          <a:bodyPr/>
          <a:lstStyle/>
          <a:p>
            <a:r>
              <a:t>Data</a:t>
            </a:r>
          </a:p>
        </p:txBody>
      </p:sp>
      <p:sp>
        <p:nvSpPr>
          <p:cNvPr id="6" name="Text Placeholder 5"/>
          <p:cNvSpPr>
            <a:spLocks noGrp="1"/>
          </p:cNvSpPr>
          <p:nvPr>
            <p:ph type="body" idx="13" sz="quarter"/>
          </p:nvPr>
        </p:nvSpPr>
        <p:spPr/>
        <p:txBody>
          <a:bodyPr/>
          <a:lstStyle/>
          <a:p>
            <a:r>
              <a:t>2</a:t>
            </a:r>
          </a:p>
        </p:txBody>
      </p:sp>
      <p:sp>
        <p:nvSpPr>
          <p:cNvPr id="7" name="Text Placeholder 6"/>
          <p:cNvSpPr>
            <a:spLocks noGrp="1"/>
          </p:cNvSpPr>
          <p:nvPr>
            <p:ph type="body" idx="14" sz="quarter"/>
          </p:nvPr>
        </p:nvSpPr>
        <p:spPr/>
        <p:txBody>
          <a:bodyPr/>
          <a:lstStyle/>
          <a:p>
            <a:r>
              <a:t>Communication</a:t>
            </a:r>
          </a:p>
        </p:txBody>
      </p:sp>
      <p:sp>
        <p:nvSpPr>
          <p:cNvPr id="8" name="Text Placeholder 7"/>
          <p:cNvSpPr>
            <a:spLocks noGrp="1"/>
          </p:cNvSpPr>
          <p:nvPr>
            <p:ph type="body" idx="15" sz="quarter"/>
          </p:nvPr>
        </p:nvSpPr>
        <p:spPr/>
        <p:txBody>
          <a:bodyPr/>
          <a:lstStyle/>
          <a:p>
            <a:r>
              <a:t>3</a:t>
            </a:r>
          </a:p>
        </p:txBody>
      </p:sp>
      <p:sp>
        <p:nvSpPr>
          <p:cNvPr id="9" name="Text Placeholder 8"/>
          <p:cNvSpPr>
            <a:spLocks noGrp="1"/>
          </p:cNvSpPr>
          <p:nvPr>
            <p:ph type="body" idx="16" sz="quarter"/>
          </p:nvPr>
        </p:nvSpPr>
        <p:spPr/>
        <p:txBody>
          <a:bodyPr/>
          <a:lstStyle/>
          <a:p>
            <a:r>
              <a:t>Projects</a:t>
            </a:r>
          </a:p>
        </p:txBody>
      </p:sp>
      <p:sp>
        <p:nvSpPr>
          <p:cNvPr id="10" name="Text Placeholder 9"/>
          <p:cNvSpPr>
            <a:spLocks noGrp="1"/>
          </p:cNvSpPr>
          <p:nvPr>
            <p:ph type="body" idx="17" sz="quarter"/>
          </p:nvPr>
        </p:nvSpPr>
        <p:spPr/>
        <p:txBody>
          <a:bodyPr/>
          <a:lstStyle/>
          <a:p>
            <a:r>
              <a:t>4</a:t>
            </a:r>
          </a:p>
        </p:txBody>
      </p:sp>
      <p:sp>
        <p:nvSpPr>
          <p:cNvPr id="11" name="Text Placeholder 10"/>
          <p:cNvSpPr>
            <a:spLocks noGrp="1"/>
          </p:cNvSpPr>
          <p:nvPr>
            <p:ph type="body" idx="18" sz="quarter"/>
          </p:nvPr>
        </p:nvSpPr>
        <p:spPr/>
        <p:txBody>
          <a:bodyPr/>
          <a:lstStyle/>
          <a:p>
            <a:r>
              <a:t>Assistants</a:t>
            </a:r>
          </a:p>
        </p:txBody>
      </p:sp>
      <p:sp>
        <p:nvSpPr>
          <p:cNvPr id="12" name="Text Placeholder 11"/>
          <p:cNvSpPr>
            <a:spLocks noGrp="1"/>
          </p:cNvSpPr>
          <p:nvPr>
            <p:ph type="body" idx="19" sz="quarter"/>
          </p:nvPr>
        </p:nvSpPr>
        <p:spPr/>
        <p:txBody>
          <a:bodyPr/>
          <a:lstStyle/>
          <a:p>
            <a:r>
              <a:t>5</a:t>
            </a:r>
          </a:p>
        </p:txBody>
      </p:sp>
      <p:sp>
        <p:nvSpPr>
          <p:cNvPr id="13" name="Text Placeholder 12"/>
          <p:cNvSpPr>
            <a:spLocks noGrp="1"/>
          </p:cNvSpPr>
          <p:nvPr>
            <p:ph type="body" idx="20" sz="quarter"/>
          </p:nvPr>
        </p:nvSpPr>
        <p:spPr/>
        <p:txBody>
          <a:bodyPr/>
          <a:lstStyle/>
          <a:p>
            <a:r>
              <a:t>Agents</a:t>
            </a:r>
          </a:p>
        </p:txBody>
      </p:sp>
      <p:sp>
        <p:nvSpPr>
          <p:cNvPr id="14" name="Text Placeholder 13"/>
          <p:cNvSpPr>
            <a:spLocks noGrp="1"/>
          </p:cNvSpPr>
          <p:nvPr>
            <p:ph type="body" idx="21" sz="quarter"/>
          </p:nvPr>
        </p:nvSpPr>
        <p:spPr/>
        <p:txBody>
          <a:bodyPr/>
          <a:lstStyle/>
          <a:p>
            <a:r>
              <a:t>6</a:t>
            </a:r>
          </a:p>
        </p:txBody>
      </p:sp>
      <p:sp>
        <p:nvSpPr>
          <p:cNvPr id="15" name="Text Placeholder 14"/>
          <p:cNvSpPr>
            <a:spLocks noGrp="1"/>
          </p:cNvSpPr>
          <p:nvPr>
            <p:ph type="body" idx="22" sz="quarter"/>
          </p:nvPr>
        </p:nvSpPr>
        <p:spPr/>
        <p:txBody>
          <a:bodyPr/>
          <a:lstStyle/>
          <a:p/>
        </p:txBody>
      </p:sp>
      <p:sp>
        <p:nvSpPr>
          <p:cNvPr id="16" name="Text Placeholder 15"/>
          <p:cNvSpPr>
            <a:spLocks noGrp="1"/>
          </p:cNvSpPr>
          <p:nvPr>
            <p:ph type="body" idx="23" sz="quarter"/>
          </p:nvPr>
        </p:nvSpPr>
        <p:spPr/>
        <p:txBody>
          <a:bodyPr/>
          <a:lstStyle/>
          <a:p/>
        </p:txBody>
      </p:sp>
      <p:sp>
        <p:nvSpPr>
          <p:cNvPr id="17" name="Text Placeholder 16"/>
          <p:cNvSpPr>
            <a:spLocks noGrp="1"/>
          </p:cNvSpPr>
          <p:nvPr>
            <p:ph type="body" idx="24" sz="quarter"/>
          </p:nvPr>
        </p:nvSpPr>
        <p:spPr/>
        <p:txBody>
          <a:bodyPr/>
          <a:lstStyle/>
          <a:p/>
        </p:txBody>
      </p:sp>
      <p:sp>
        <p:nvSpPr>
          <p:cNvPr id="18" name="Text Placeholder 17"/>
          <p:cNvSpPr>
            <a:spLocks noGrp="1"/>
          </p:cNvSpPr>
          <p:nvPr>
            <p:ph type="body" idx="25" sz="quarter"/>
          </p:nvPr>
        </p:nvSpPr>
        <p:spPr/>
        <p:txBody>
          <a:bodyPr/>
          <a:lstStyle/>
          <a:p/>
        </p:txBody>
      </p:sp>
      <p:sp>
        <p:nvSpPr>
          <p:cNvPr id="19" name="Text Placeholder 18"/>
          <p:cNvSpPr>
            <a:spLocks noGrp="1"/>
          </p:cNvSpPr>
          <p:nvPr>
            <p:ph type="body" idx="26"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Foundations</a:t>
            </a:r>
          </a:p>
        </p:txBody>
      </p:sp>
      <p:sp>
        <p:nvSpPr>
          <p:cNvPr id="4" name="Text Placeholder 3"/>
          <p:cNvSpPr>
            <a:spLocks noGrp="1"/>
          </p:cNvSpPr>
          <p:nvPr>
            <p:ph type="body" idx="27" sz="quarter"/>
          </p:nvPr>
        </p:nvSpPr>
        <p:spPr/>
        <p:txBody>
          <a:bodyPr/>
          <a:lstStyle/>
          <a:p>
            <a:r>
              <a:t>Autocomplete</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Predictive text on your phone - except this is an LLM, a Large Language Model trained on an almost unimaginable amount of human writing, so its guesses are fluent and often startlingly good. That's what makes it generative rather than just predictive, like a spam filter sorting mail into categories: it produces new content, not a fixed label. Still fundamentally guessing the next word, not looking up a fact.</a:t>
            </a:r>
          </a:p>
        </p:txBody>
      </p:sp>
      <p:sp>
        <p:nvSpPr>
          <p:cNvPr id="6" name="Text Placeholder 5"/>
          <p:cNvSpPr>
            <a:spLocks noGrp="1"/>
          </p:cNvSpPr>
          <p:nvPr>
            <p:ph type="body" idx="29" sz="quarter"/>
          </p:nvPr>
        </p:nvSpPr>
        <p:spPr/>
        <p:txBody>
          <a:bodyPr/>
          <a:lstStyle/>
          <a:p>
            <a:r>
              <a:t>Neural network</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Loosely modeled on neurons in a brain - layers of simple units that combine to recognize complex patterns in language.</a:t>
            </a:r>
          </a:p>
        </p:txBody>
      </p:sp>
      <p:sp>
        <p:nvSpPr>
          <p:cNvPr id="8" name="Text Placeholder 7"/>
          <p:cNvSpPr>
            <a:spLocks noGrp="1"/>
          </p:cNvSpPr>
          <p:nvPr>
            <p:ph type="body" idx="31" sz="quarter"/>
          </p:nvPr>
        </p:nvSpPr>
        <p:spPr/>
        <p:txBody>
          <a:bodyPr/>
          <a:lstStyle/>
          <a:p>
            <a:r>
              <a:t>Chatbots</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That same prediction engine, wrapped in a conversational interface so you can talk to it in plain language instead of code.</a:t>
            </a:r>
          </a:p>
        </p:txBody>
      </p:sp>
      <p:sp>
        <p:nvSpPr>
          <p:cNvPr id="10" name="Title 9"/>
          <p:cNvSpPr>
            <a:spLocks noGrp="1"/>
          </p:cNvSpPr>
          <p:nvPr>
            <p:ph type="title"/>
          </p:nvPr>
        </p:nvSpPr>
        <p:spPr/>
        <p:txBody>
          <a:bodyPr/>
          <a:lstStyle/>
          <a:p>
            <a:r>
              <a:t>What is AI, really?</a:t>
            </a:r>
          </a:p>
        </p:txBody>
      </p:sp>
      <p:sp>
        <p:nvSpPr>
          <p:cNvPr id="11" name="TextBox 10"/>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Want a plain-English explainer? </a:t>
            </a:r>
            <a:r>
              <a:rPr sz="1100" u="sng">
                <a:solidFill>
                  <a:srgbClr val="FF5700"/>
                </a:solidFill>
                <a:latin typeface="Arial"/>
                <a:hlinkClick r:id="rId3"/>
              </a:rPr>
              <a:t>Watch: what AI is, in plain English (IBM Technology, ~10 min)</a:t>
            </a:r>
            <a:r>
              <a:rPr sz="1100">
                <a:solidFill>
                  <a:srgbClr val="1A1F6C"/>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Foundations</a:t>
            </a:r>
          </a:p>
        </p:txBody>
      </p:sp>
      <p:sp>
        <p:nvSpPr>
          <p:cNvPr id="4" name="Text Placeholder 3"/>
          <p:cNvSpPr>
            <a:spLocks noGrp="1"/>
          </p:cNvSpPr>
          <p:nvPr>
            <p:ph type="body" idx="27" sz="quarter"/>
          </p:nvPr>
        </p:nvSpPr>
        <p:spPr/>
        <p:txBody>
          <a:bodyPr/>
          <a:lstStyle/>
          <a:p>
            <a:r>
              <a:t>Different jobs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AI isn't one thing. AlphaFold predicts protein structures, image models generate pictures, Claude works with language - each built and trained for a specific kind of task.</a:t>
            </a:r>
          </a:p>
        </p:txBody>
      </p:sp>
      <p:sp>
        <p:nvSpPr>
          <p:cNvPr id="6" name="Text Placeholder 5"/>
          <p:cNvSpPr>
            <a:spLocks noGrp="1"/>
          </p:cNvSpPr>
          <p:nvPr>
            <p:ph type="body" idx="29" sz="quarter"/>
          </p:nvPr>
        </p:nvSpPr>
        <p:spPr/>
        <p:txBody>
          <a:bodyPr/>
          <a:lstStyle/>
          <a:p>
            <a:r>
              <a:t>Narrow is strong</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A model brilliant at one job is often useless at a completely different one. Power comes from focus, not from being generic.</a:t>
            </a:r>
          </a:p>
        </p:txBody>
      </p:sp>
      <p:sp>
        <p:nvSpPr>
          <p:cNvPr id="8" name="Text Placeholder 7"/>
          <p:cNvSpPr>
            <a:spLocks noGrp="1"/>
          </p:cNvSpPr>
          <p:nvPr>
            <p:ph type="body" idx="31" sz="quarter"/>
          </p:nvPr>
        </p:nvSpPr>
        <p:spPr/>
        <p:txBody>
          <a:bodyPr/>
          <a:lstStyle/>
          <a:p>
            <a:r>
              <a:t>Why LLMs here</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This course is about using Claude, an LLM, well - a deliberate choice, since it's the tool you'll actually have access to. Other AI types exist and matter; they're just not what we teach here.</a:t>
            </a:r>
          </a:p>
        </p:txBody>
      </p:sp>
      <p:sp>
        <p:nvSpPr>
          <p:cNvPr id="10" name="Title 9"/>
          <p:cNvSpPr>
            <a:spLocks noGrp="1"/>
          </p:cNvSpPr>
          <p:nvPr>
            <p:ph type="title"/>
          </p:nvPr>
        </p:nvSpPr>
        <p:spPr/>
        <p:txBody>
          <a:bodyPr/>
          <a:lstStyle/>
          <a:p>
            <a:r>
              <a:t>Not all AI is the same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Claude Account</a:t>
            </a:r>
          </a:p>
        </p:txBody>
      </p:sp>
      <p:sp>
        <p:nvSpPr>
          <p:cNvPr id="3" name="Text Placeholder 2"/>
          <p:cNvSpPr>
            <a:spLocks noGrp="1"/>
          </p:cNvSpPr>
          <p:nvPr>
            <p:ph type="body" idx="13" sz="quarter"/>
          </p:nvPr>
        </p:nvSpPr>
        <p:spPr/>
        <p:txBody>
          <a:bodyPr/>
          <a:lstStyle/>
          <a:p>
            <a:r>
              <a:t>Foundations</a:t>
            </a:r>
          </a:p>
        </p:txBody>
      </p:sp>
      <p:sp>
        <p:nvSpPr>
          <p:cNvPr id="4" name="TextBox 3"/>
          <p:cNvSpPr txBox="1"/>
          <p:nvPr/>
        </p:nvSpPr>
        <p:spPr>
          <a:xfrm>
            <a:off x="548640" y="2194560"/>
            <a:ext cx="11094720" cy="2743200"/>
          </a:xfrm>
          <a:prstGeom prst="rect">
            <a:avLst/>
          </a:prstGeom>
          <a:noFill/>
        </p:spPr>
        <p:txBody>
          <a:bodyPr wrap="square">
            <a:spAutoFit/>
          </a:bodyPr>
          <a:lstStyle/>
          <a:p>
            <a:pPr>
              <a:lnSpc>
                <a:spcPct val="130000"/>
              </a:lnSpc>
              <a:spcAft>
                <a:spcPts val="1000"/>
              </a:spcAft>
            </a:pPr>
            <a:r>
              <a:rPr sz="2000">
                <a:latin typeface="Arial"/>
              </a:rPr>
              <a:t>Log in at </a:t>
            </a:r>
            <a:r>
              <a:rPr sz="2000">
                <a:latin typeface="Arial"/>
                <a:hlinkClick r:id="rId2"/>
              </a:rPr>
              <a:t>claude.ai</a:t>
            </a:r>
            <a:r>
              <a:rPr sz="2000">
                <a:latin typeface="Arial"/>
              </a:rPr>
              <a:t> with your CUNEF academic account.</a:t>
            </a:r>
          </a:p>
          <a:p>
            <a:pPr>
              <a:lnSpc>
                <a:spcPct val="130000"/>
              </a:lnSpc>
              <a:spcAft>
                <a:spcPts val="800"/>
              </a:spcAft>
              <a:defRPr sz="1600" b="0" i="0">
                <a:latin typeface="Arial"/>
              </a:defRPr>
            </a:pPr>
            <a:r>
              <a:t>Take two minutes now to confirm you can get in - from Part 2 onwards, every part has a hands-on component.</a:t>
            </a:r>
          </a:p>
        </p:txBody>
      </p:sp>
      <p:sp>
        <p:nvSpPr>
          <p:cNvPr id="5" name="TextBox 4"/>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New to this in Claude? </a:t>
            </a:r>
            <a:r>
              <a:rPr sz="1100" u="sng">
                <a:solidFill>
                  <a:srgbClr val="FF5700"/>
                </a:solidFill>
                <a:latin typeface="Arial"/>
                <a:hlinkClick r:id="rId3"/>
              </a:rPr>
              <a:t>Watch</a:t>
            </a:r>
            <a:r>
              <a:rPr sz="1100">
                <a:solidFill>
                  <a:srgbClr val="1A1F6C"/>
                </a:solidFill>
                <a:latin typeface="Arial"/>
              </a:rPr>
              <a:t>  ·  </a:t>
            </a:r>
            <a:r>
              <a:rPr sz="1100" u="sng">
                <a:solidFill>
                  <a:srgbClr val="FF5700"/>
                </a:solidFill>
                <a:latin typeface="Arial"/>
                <a:hlinkClick r:id="rId4"/>
              </a:rPr>
              <a:t>Read</a:t>
            </a:r>
            <a:r>
              <a:rPr sz="1100">
                <a:solidFill>
                  <a:srgbClr val="1A1F6C"/>
                </a:solidFill>
                <a:latin typeface="Aria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a:t>
            </a:r>
          </a:p>
        </p:txBody>
      </p:sp>
      <p:sp>
        <p:nvSpPr>
          <p:cNvPr id="3" name="Text Placeholder 2"/>
          <p:cNvSpPr>
            <a:spLocks noGrp="1"/>
          </p:cNvSpPr>
          <p:nvPr>
            <p:ph type="body" idx="10" sz="quarter"/>
          </p:nvPr>
        </p:nvSpPr>
        <p:spPr/>
        <p:txBody>
          <a:bodyPr/>
          <a:lstStyle/>
          <a:p>
            <a:r>
              <a:t>From Chat to 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1 | From Chat to System</a:t>
            </a:r>
          </a:p>
        </p:txBody>
      </p:sp>
      <p:sp>
        <p:nvSpPr>
          <p:cNvPr id="4" name="Text Placeholder 3"/>
          <p:cNvSpPr>
            <a:spLocks noGrp="1"/>
          </p:cNvSpPr>
          <p:nvPr>
            <p:ph type="body" idx="27" sz="quarter"/>
          </p:nvPr>
        </p:nvSpPr>
        <p:spPr/>
        <p:txBody>
          <a:bodyPr/>
          <a:lstStyle/>
          <a:p>
            <a:r>
              <a:t>Hallucinates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Like a brilliant, overconfident dinner guest: fluent about almost anything, but hasn't fact-checked recently. It completes the most probable pattern with total confidence - not lying, just guessing well.</a:t>
            </a:r>
          </a:p>
        </p:txBody>
      </p:sp>
      <p:sp>
        <p:nvSpPr>
          <p:cNvPr id="6" name="Text Placeholder 5"/>
          <p:cNvSpPr>
            <a:spLocks noGrp="1"/>
          </p:cNvSpPr>
          <p:nvPr>
            <p:ph type="body" idx="29" sz="quarter"/>
          </p:nvPr>
        </p:nvSpPr>
        <p:spPr/>
        <p:txBody>
          <a:bodyPr/>
          <a:lstStyle/>
          <a:p>
            <a:r>
              <a:t>Knowledge cutoff</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Training data stops at some point - anything after that, it doesn't know unless told or it searches.</a:t>
            </a:r>
          </a:p>
        </p:txBody>
      </p:sp>
      <p:sp>
        <p:nvSpPr>
          <p:cNvPr id="8" name="Text Placeholder 7"/>
          <p:cNvSpPr>
            <a:spLocks noGrp="1"/>
          </p:cNvSpPr>
          <p:nvPr>
            <p:ph type="body" idx="31" sz="quarter"/>
          </p:nvPr>
        </p:nvSpPr>
        <p:spPr/>
        <p:txBody>
          <a:bodyPr/>
          <a:lstStyle/>
          <a:p>
            <a:r>
              <a:t>Limited memory</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A context window limits how much conversation it can hold in mind at once.</a:t>
            </a:r>
          </a:p>
        </p:txBody>
      </p:sp>
      <p:sp>
        <p:nvSpPr>
          <p:cNvPr id="10" name="Title 9"/>
          <p:cNvSpPr>
            <a:spLocks noGrp="1"/>
          </p:cNvSpPr>
          <p:nvPr>
            <p:ph type="title"/>
          </p:nvPr>
        </p:nvSpPr>
        <p:spPr/>
        <p:txBody>
          <a:bodyPr/>
          <a:lstStyle/>
          <a:p>
            <a:r>
              <a:t>Why does it behave the way you've probably noticed?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1 | From Chat to System</a:t>
            </a:r>
          </a:p>
        </p:txBody>
      </p:sp>
      <p:sp>
        <p:nvSpPr>
          <p:cNvPr id="4" name="Text Placeholder 3"/>
          <p:cNvSpPr>
            <a:spLocks noGrp="1"/>
          </p:cNvSpPr>
          <p:nvPr>
            <p:ph type="body" idx="27" sz="quarter"/>
          </p:nvPr>
        </p:nvSpPr>
        <p:spPr/>
        <p:txBody>
          <a:bodyPr/>
          <a:lstStyle/>
          <a:p>
            <a:r>
              <a:t>Verify facts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Numbers, names, dates, citations - check them, the same way you'd check a claim from any single source.</a:t>
            </a:r>
          </a:p>
        </p:txBody>
      </p:sp>
      <p:sp>
        <p:nvSpPr>
          <p:cNvPr id="6" name="Text Placeholder 5"/>
          <p:cNvSpPr>
            <a:spLocks noGrp="1"/>
          </p:cNvSpPr>
          <p:nvPr>
            <p:ph type="body" idx="29" sz="quarter"/>
          </p:nvPr>
        </p:nvSpPr>
        <p:spPr/>
        <p:txBody>
          <a:bodyPr/>
          <a:lstStyle/>
          <a:p>
            <a:r>
              <a:t>Stay current</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For anything current or changing, hand it the information yourself or ask it to search.</a:t>
            </a:r>
          </a:p>
        </p:txBody>
      </p:sp>
      <p:sp>
        <p:nvSpPr>
          <p:cNvPr id="8" name="Text Placeholder 7"/>
          <p:cNvSpPr>
            <a:spLocks noGrp="1"/>
          </p:cNvSpPr>
          <p:nvPr>
            <p:ph type="body" idx="31" sz="quarter"/>
          </p:nvPr>
        </p:nvSpPr>
        <p:spPr/>
        <p:txBody>
          <a:bodyPr/>
          <a:lstStyle/>
          <a:p>
            <a:r>
              <a:t>Remind it</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In a long conversation, repeat what matters or start fresh. Part 4 covers a much better fix: Projects.</a:t>
            </a:r>
          </a:p>
        </p:txBody>
      </p:sp>
      <p:sp>
        <p:nvSpPr>
          <p:cNvPr id="10" name="Title 9"/>
          <p:cNvSpPr>
            <a:spLocks noGrp="1"/>
          </p:cNvSpPr>
          <p:nvPr>
            <p:ph type="title"/>
          </p:nvPr>
        </p:nvSpPr>
        <p:spPr/>
        <p:txBody>
          <a:bodyPr/>
          <a:lstStyle/>
          <a:p>
            <a:r>
              <a:t>From each habit, a rule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doer to director</a:t>
            </a:r>
          </a:p>
        </p:txBody>
      </p:sp>
      <p:sp>
        <p:nvSpPr>
          <p:cNvPr id="3" name="Text Placeholder 2"/>
          <p:cNvSpPr>
            <a:spLocks noGrp="1"/>
          </p:cNvSpPr>
          <p:nvPr>
            <p:ph type="body" idx="13" sz="quarter"/>
          </p:nvPr>
        </p:nvSpPr>
        <p:spPr/>
        <p:txBody>
          <a:bodyPr/>
          <a:lstStyle/>
          <a:p>
            <a:r>
              <a:t>1 | From Chat to System</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Executor</a:t>
            </a:r>
          </a:p>
          <a:p>
            <a:pPr>
              <a:spcAft>
                <a:spcPts val="800"/>
              </a:spcAft>
              <a:defRPr sz="1300">
                <a:solidFill>
                  <a:srgbClr val="000000"/>
                </a:solidFill>
                <a:latin typeface="Arial"/>
              </a:defRPr>
            </a:pPr>
            <a:r>
              <a:t>• Does each task manually, over and over</a:t>
            </a:r>
          </a:p>
          <a:p>
            <a:pPr>
              <a:spcAft>
                <a:spcPts val="800"/>
              </a:spcAft>
              <a:defRPr sz="1300">
                <a:solidFill>
                  <a:srgbClr val="000000"/>
                </a:solidFill>
                <a:latin typeface="Arial"/>
              </a:defRPr>
            </a:pPr>
            <a:r>
              <a:t>• Retypes the same instructions each day</a:t>
            </a:r>
          </a:p>
          <a:p>
            <a:pPr>
              <a:spcAft>
                <a:spcPts val="800"/>
              </a:spcAft>
              <a:defRPr sz="1300">
                <a:solidFill>
                  <a:srgbClr val="000000"/>
                </a:solidFill>
                <a:latin typeface="Arial"/>
              </a:defRPr>
            </a:pPr>
            <a:r>
              <a:t>• Result depends on repeating itself well</a:t>
            </a:r>
          </a:p>
          <a:p>
            <a:pPr>
              <a:spcAft>
                <a:spcPts val="800"/>
              </a:spcAft>
              <a:defRPr sz="1300">
                <a:solidFill>
                  <a:srgbClr val="000000"/>
                </a:solidFill>
                <a:latin typeface="Arial"/>
              </a:defRPr>
            </a:pPr>
            <a:r>
              <a:t>• Loses hours each week to recurring work</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Director</a:t>
            </a:r>
          </a:p>
          <a:p>
            <a:pPr>
              <a:spcAft>
                <a:spcPts val="800"/>
              </a:spcAft>
              <a:defRPr sz="1300">
                <a:solidFill>
                  <a:srgbClr val="000000"/>
                </a:solidFill>
                <a:latin typeface="Arial"/>
              </a:defRPr>
            </a:pPr>
            <a:r>
              <a:t>• Designs the process once, lets it run</a:t>
            </a:r>
          </a:p>
          <a:p>
            <a:pPr>
              <a:spcAft>
                <a:spcPts val="800"/>
              </a:spcAft>
              <a:defRPr sz="1300">
                <a:solidFill>
                  <a:srgbClr val="000000"/>
                </a:solidFill>
                <a:latin typeface="Arial"/>
              </a:defRPr>
            </a:pPr>
            <a:r>
              <a:t>• Leaves rules saved - no repeated instructions</a:t>
            </a:r>
          </a:p>
          <a:p>
            <a:pPr>
              <a:spcAft>
                <a:spcPts val="800"/>
              </a:spcAft>
              <a:defRPr sz="1300">
                <a:solidFill>
                  <a:srgbClr val="000000"/>
                </a:solidFill>
                <a:latin typeface="Arial"/>
              </a:defRPr>
            </a:pPr>
            <a:r>
              <a:t>• Result scales without repeated intervention</a:t>
            </a:r>
          </a:p>
          <a:p>
            <a:pPr>
              <a:spcAft>
                <a:spcPts val="800"/>
              </a:spcAft>
              <a:defRPr sz="1300">
                <a:solidFill>
                  <a:srgbClr val="000000"/>
                </a:solidFill>
                <a:latin typeface="Arial"/>
              </a:defRPr>
            </a:pPr>
            <a:r>
              <a:t>• Dedicates time to deciding, not executing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as a system</a:t>
            </a:r>
          </a:p>
        </p:txBody>
      </p:sp>
      <p:sp>
        <p:nvSpPr>
          <p:cNvPr id="3" name="Text Placeholder 2"/>
          <p:cNvSpPr>
            <a:spLocks noGrp="1"/>
          </p:cNvSpPr>
          <p:nvPr>
            <p:ph type="body" idx="13" sz="quarter"/>
          </p:nvPr>
        </p:nvSpPr>
        <p:spPr/>
        <p:txBody>
          <a:bodyPr/>
          <a:lstStyle/>
          <a:p>
            <a:r>
              <a:t>1 | From Chat to System</a:t>
            </a:r>
          </a:p>
        </p:txBody>
      </p:sp>
      <p:sp>
        <p:nvSpPr>
          <p:cNvPr id="4" name="Rounded Rectangle 3"/>
          <p:cNvSpPr/>
          <p:nvPr/>
        </p:nvSpPr>
        <p:spPr>
          <a:xfrm>
            <a:off x="548640" y="2560320"/>
            <a:ext cx="249936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Input</a:t>
            </a:r>
          </a:p>
          <a:p>
            <a:pPr algn="ctr">
              <a:defRPr sz="1100">
                <a:solidFill>
                  <a:srgbClr val="000000"/>
                </a:solidFill>
                <a:latin typeface="Arial"/>
              </a:defRPr>
            </a:pPr>
            <a:r>
              <a:t>A note, a reading, an assignment brief</a:t>
            </a:r>
          </a:p>
        </p:txBody>
      </p:sp>
      <p:sp>
        <p:nvSpPr>
          <p:cNvPr id="5" name="Right Arrow 4"/>
          <p:cNvSpPr/>
          <p:nvPr/>
        </p:nvSpPr>
        <p:spPr>
          <a:xfrm>
            <a:off x="3048000"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413760" y="2560320"/>
            <a:ext cx="249936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Process</a:t>
            </a:r>
          </a:p>
          <a:p>
            <a:pPr algn="ctr">
              <a:defRPr sz="1100">
                <a:solidFill>
                  <a:srgbClr val="000000"/>
                </a:solidFill>
                <a:latin typeface="Arial"/>
              </a:defRPr>
            </a:pPr>
            <a:r>
              <a:t>AI classifies, summarizes, or structures it</a:t>
            </a:r>
          </a:p>
        </p:txBody>
      </p:sp>
      <p:sp>
        <p:nvSpPr>
          <p:cNvPr id="7" name="Right Arrow 6"/>
          <p:cNvSpPr/>
          <p:nvPr/>
        </p:nvSpPr>
        <p:spPr>
          <a:xfrm>
            <a:off x="5913120"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78880" y="2560320"/>
            <a:ext cx="249936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Output</a:t>
            </a:r>
          </a:p>
          <a:p>
            <a:pPr algn="ctr">
              <a:defRPr sz="1100">
                <a:solidFill>
                  <a:srgbClr val="000000"/>
                </a:solidFill>
                <a:latin typeface="Arial"/>
              </a:defRPr>
            </a:pPr>
            <a:r>
              <a:t>A draft, an outline, a summary comes out</a:t>
            </a:r>
          </a:p>
        </p:txBody>
      </p:sp>
      <p:sp>
        <p:nvSpPr>
          <p:cNvPr id="9" name="Right Arrow 8"/>
          <p:cNvSpPr/>
          <p:nvPr/>
        </p:nvSpPr>
        <p:spPr>
          <a:xfrm>
            <a:off x="8778240"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0" y="2560320"/>
            <a:ext cx="249936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Decision</a:t>
            </a:r>
          </a:p>
          <a:p>
            <a:pPr algn="ctr">
              <a:defRPr sz="1100">
                <a:solidFill>
                  <a:srgbClr val="000000"/>
                </a:solidFill>
                <a:latin typeface="Arial"/>
              </a:defRPr>
            </a:pPr>
            <a:r>
              <a:t>You review, validate, and decide - always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secret: break it down</a:t>
            </a:r>
          </a:p>
        </p:txBody>
      </p:sp>
      <p:sp>
        <p:nvSpPr>
          <p:cNvPr id="3" name="Text Placeholder 2"/>
          <p:cNvSpPr>
            <a:spLocks noGrp="1"/>
          </p:cNvSpPr>
          <p:nvPr>
            <p:ph type="body" idx="13" sz="quarter"/>
          </p:nvPr>
        </p:nvSpPr>
        <p:spPr/>
        <p:txBody>
          <a:bodyPr/>
          <a:lstStyle/>
          <a:p>
            <a:r>
              <a:t>1 | From Chat to System</a:t>
            </a:r>
          </a:p>
        </p:txBody>
      </p:sp>
      <p:sp>
        <p:nvSpPr>
          <p:cNvPr id="4" name="Rounded Rectangle 3"/>
          <p:cNvSpPr/>
          <p:nvPr/>
        </p:nvSpPr>
        <p:spPr>
          <a:xfrm>
            <a:off x="548640"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Sources</a:t>
            </a:r>
          </a:p>
          <a:p>
            <a:pPr algn="ctr">
              <a:defRPr sz="1100">
                <a:solidFill>
                  <a:srgbClr val="000000"/>
                </a:solidFill>
                <a:latin typeface="Arial"/>
              </a:defRPr>
            </a:pPr>
            <a:r>
              <a:t>Find them - AI</a:t>
            </a:r>
          </a:p>
        </p:txBody>
      </p:sp>
      <p:sp>
        <p:nvSpPr>
          <p:cNvPr id="5" name="Right Arrow 4"/>
          <p:cNvSpPr/>
          <p:nvPr/>
        </p:nvSpPr>
        <p:spPr>
          <a:xfrm>
            <a:off x="2474976"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40736"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Extract</a:t>
            </a:r>
          </a:p>
          <a:p>
            <a:pPr algn="ctr">
              <a:defRPr sz="1100">
                <a:solidFill>
                  <a:srgbClr val="000000"/>
                </a:solidFill>
                <a:latin typeface="Arial"/>
              </a:defRPr>
            </a:pPr>
            <a:r>
              <a:t>Read &amp; pull key points - AI</a:t>
            </a:r>
          </a:p>
        </p:txBody>
      </p:sp>
      <p:sp>
        <p:nvSpPr>
          <p:cNvPr id="7" name="Right Arrow 6"/>
          <p:cNvSpPr/>
          <p:nvPr/>
        </p:nvSpPr>
        <p:spPr>
          <a:xfrm>
            <a:off x="4767072"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32832"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Structure</a:t>
            </a:r>
          </a:p>
          <a:p>
            <a:pPr algn="ctr">
              <a:defRPr sz="1100">
                <a:solidFill>
                  <a:srgbClr val="000000"/>
                </a:solidFill>
                <a:latin typeface="Arial"/>
              </a:defRPr>
            </a:pPr>
            <a:r>
              <a:t>Build the argument - AI</a:t>
            </a:r>
          </a:p>
        </p:txBody>
      </p:sp>
      <p:sp>
        <p:nvSpPr>
          <p:cNvPr id="9" name="Right Arrow 8"/>
          <p:cNvSpPr/>
          <p:nvPr/>
        </p:nvSpPr>
        <p:spPr>
          <a:xfrm>
            <a:off x="7059168"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4928"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Draft</a:t>
            </a:r>
          </a:p>
          <a:p>
            <a:pPr algn="ctr">
              <a:defRPr sz="1100">
                <a:solidFill>
                  <a:srgbClr val="000000"/>
                </a:solidFill>
                <a:latin typeface="Arial"/>
              </a:defRPr>
            </a:pPr>
            <a:r>
              <a:t>Write it up - AI</a:t>
            </a:r>
          </a:p>
        </p:txBody>
      </p:sp>
      <p:sp>
        <p:nvSpPr>
          <p:cNvPr id="11" name="Right Arrow 10"/>
          <p:cNvSpPr/>
          <p:nvPr/>
        </p:nvSpPr>
        <p:spPr>
          <a:xfrm>
            <a:off x="9351264"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17024"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Review</a:t>
            </a:r>
          </a:p>
          <a:p>
            <a:pPr algn="ctr">
              <a:defRPr sz="1100">
                <a:solidFill>
                  <a:srgbClr val="000000"/>
                </a:solidFill>
                <a:latin typeface="Arial"/>
              </a:defRPr>
            </a:pPr>
            <a:r>
              <a:t>Make it yours - YOU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1 | From Chat to System</a:t>
            </a:r>
          </a:p>
        </p:txBody>
      </p:sp>
      <p:sp>
        <p:nvSpPr>
          <p:cNvPr id="4" name="Text Placeholder 3"/>
          <p:cNvSpPr>
            <a:spLocks noGrp="1"/>
          </p:cNvSpPr>
          <p:nvPr>
            <p:ph type="body" idx="27" sz="quarter"/>
          </p:nvPr>
        </p:nvSpPr>
        <p:spPr/>
        <p:txBody>
          <a:bodyPr/>
          <a:lstStyle/>
          <a:p>
            <a:r>
              <a:t>Clarity = speed</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If what you give is messy, you'll get messy back; a simple, clear brief goes a long way.</a:t>
            </a:r>
          </a:p>
        </p:txBody>
      </p:sp>
      <p:sp>
        <p:nvSpPr>
          <p:cNvPr id="6" name="Text Placeholder 5"/>
          <p:cNvSpPr>
            <a:spLocks noGrp="1"/>
          </p:cNvSpPr>
          <p:nvPr>
            <p:ph type="body" idx="29" sz="quarter"/>
          </p:nvPr>
        </p:nvSpPr>
        <p:spPr/>
        <p:txBody>
          <a:bodyPr/>
          <a:lstStyle/>
          <a:p>
            <a:r>
              <a:t>You add value</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AI gives you a first draft; you bring the tone, judgment, and nuance it doesn't have.</a:t>
            </a:r>
          </a:p>
        </p:txBody>
      </p:sp>
      <p:sp>
        <p:nvSpPr>
          <p:cNvPr id="8" name="Text Placeholder 7"/>
          <p:cNvSpPr>
            <a:spLocks noGrp="1"/>
          </p:cNvSpPr>
          <p:nvPr>
            <p:ph type="body" idx="31" sz="quarter"/>
          </p:nvPr>
        </p:nvSpPr>
        <p:spPr/>
        <p:txBody>
          <a:bodyPr/>
          <a:lstStyle/>
          <a:p>
            <a:r>
              <a:t>Risk = control</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A summary just for you tolerates small errors; an exam date or a citation you submit doesn't.</a:t>
            </a:r>
          </a:p>
        </p:txBody>
      </p:sp>
      <p:sp>
        <p:nvSpPr>
          <p:cNvPr id="10" name="Title 9"/>
          <p:cNvSpPr>
            <a:spLocks noGrp="1"/>
          </p:cNvSpPr>
          <p:nvPr>
            <p:ph type="title"/>
          </p:nvPr>
        </p:nvSpPr>
        <p:spPr/>
        <p:txBody>
          <a:bodyPr/>
          <a:lstStyle/>
          <a:p>
            <a:r>
              <a:t>The limit is you, not the tool</a:t>
            </a:r>
          </a:p>
        </p:txBody>
      </p:sp>
      <p:sp>
        <p:nvSpPr>
          <p:cNvPr id="11" name="TextBox 10"/>
          <p:cNvSpPr txBox="1"/>
          <p:nvPr/>
        </p:nvSpPr>
        <p:spPr>
          <a:xfrm>
            <a:off x="548640" y="1828800"/>
            <a:ext cx="11094720" cy="411480"/>
          </a:xfrm>
          <a:prstGeom prst="rect">
            <a:avLst/>
          </a:prstGeom>
          <a:noFill/>
        </p:spPr>
        <p:txBody>
          <a:bodyPr wrap="square">
            <a:spAutoFit/>
          </a:bodyPr>
          <a:lstStyle/>
          <a:p>
            <a:pPr>
              <a:lnSpc>
                <a:spcPct val="110000"/>
              </a:lnSpc>
              <a:spcAft>
                <a:spcPts val="0"/>
              </a:spcAft>
              <a:defRPr sz="1400" b="0" i="0">
                <a:latin typeface="Arial"/>
              </a:defRPr>
            </a:pPr>
            <a:r>
              <a:t>For the tasks Claude is built for - language, reasoning, synthesis.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is an incredibly fast, brilliant collaborator - but it has no judgment, and no context of its own. You provide judgment and context.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a:t>
            </a:r>
          </a:p>
        </p:txBody>
      </p:sp>
      <p:sp>
        <p:nvSpPr>
          <p:cNvPr id="3" name="Text Placeholder 2"/>
          <p:cNvSpPr>
            <a:spLocks noGrp="1"/>
          </p:cNvSpPr>
          <p:nvPr>
            <p:ph type="body" idx="10" sz="quarter"/>
          </p:nvPr>
        </p:nvSpPr>
        <p:spPr/>
        <p:txBody>
          <a:bodyPr/>
          <a:lstStyle/>
          <a:p>
            <a:r>
              <a:t>Data and Grounding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 already know it hallucinates</a:t>
            </a:r>
          </a:p>
        </p:txBody>
      </p:sp>
      <p:sp>
        <p:nvSpPr>
          <p:cNvPr id="3" name="Text Placeholder 2"/>
          <p:cNvSpPr>
            <a:spLocks noGrp="1"/>
          </p:cNvSpPr>
          <p:nvPr>
            <p:ph type="body" idx="13" sz="quarter"/>
          </p:nvPr>
        </p:nvSpPr>
        <p:spPr/>
        <p:txBody>
          <a:bodyPr/>
          <a:lstStyle/>
          <a:p>
            <a:r>
              <a:t>2 | Data and Grounding</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Unanchored</a:t>
            </a:r>
          </a:p>
          <a:p>
            <a:pPr>
              <a:spcAft>
                <a:spcPts val="800"/>
              </a:spcAft>
              <a:defRPr sz="1300">
                <a:solidFill>
                  <a:srgbClr val="000000"/>
                </a:solidFill>
                <a:latin typeface="Arial"/>
              </a:defRPr>
            </a:pPr>
            <a:r>
              <a:t>• Invents with total confidence</a:t>
            </a:r>
          </a:p>
          <a:p>
            <a:pPr>
              <a:spcAft>
                <a:spcPts val="800"/>
              </a:spcAft>
              <a:defRPr sz="1300">
                <a:solidFill>
                  <a:srgbClr val="000000"/>
                </a:solidFill>
                <a:latin typeface="Arial"/>
              </a:defRPr>
            </a:pPr>
            <a:r>
              <a:t>• Argues beautifully while fabricating the evidence</a:t>
            </a:r>
          </a:p>
          <a:p>
            <a:pPr>
              <a:spcAft>
                <a:spcPts val="800"/>
              </a:spcAft>
              <a:defRPr sz="1300">
                <a:solidFill>
                  <a:srgbClr val="000000"/>
                </a:solidFill>
                <a:latin typeface="Arial"/>
              </a:defRPr>
            </a:pPr>
            <a:r>
              <a:t>• Sounds convincing about something false</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Anchored</a:t>
            </a:r>
          </a:p>
          <a:p>
            <a:pPr>
              <a:spcAft>
                <a:spcPts val="800"/>
              </a:spcAft>
              <a:defRPr sz="1300">
                <a:solidFill>
                  <a:srgbClr val="000000"/>
                </a:solidFill>
                <a:latin typeface="Arial"/>
              </a:defRPr>
            </a:pPr>
            <a:r>
              <a:t>• Works only with the sources you give it</a:t>
            </a:r>
          </a:p>
          <a:p>
            <a:pPr>
              <a:spcAft>
                <a:spcPts val="800"/>
              </a:spcAft>
              <a:defRPr sz="1300">
                <a:solidFill>
                  <a:srgbClr val="000000"/>
                </a:solidFill>
                <a:latin typeface="Arial"/>
              </a:defRPr>
            </a:pPr>
            <a:r>
              <a:t>• Gives you the receipt - exact citations for every claim</a:t>
            </a:r>
          </a:p>
          <a:p>
            <a:pPr>
              <a:spcAft>
                <a:spcPts val="800"/>
              </a:spcAft>
              <a:defRPr sz="1300">
                <a:solidFill>
                  <a:srgbClr val="000000"/>
                </a:solidFill>
                <a:latin typeface="Arial"/>
              </a:defRPr>
            </a:pPr>
            <a:r>
              <a:t>• Can't invent what it's not allowed to invent from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grounding?</a:t>
            </a:r>
          </a:p>
        </p:txBody>
      </p:sp>
      <p:sp>
        <p:nvSpPr>
          <p:cNvPr id="3" name="Text Placeholder 2"/>
          <p:cNvSpPr>
            <a:spLocks noGrp="1"/>
          </p:cNvSpPr>
          <p:nvPr>
            <p:ph type="body" idx="13" sz="quarter"/>
          </p:nvPr>
        </p:nvSpPr>
        <p:spPr/>
        <p:txBody>
          <a:bodyPr/>
          <a:lstStyle/>
          <a:p>
            <a:r>
              <a:t>2 | Data and Grounding</a:t>
            </a:r>
          </a:p>
        </p:txBody>
      </p:sp>
      <p:sp>
        <p:nvSpPr>
          <p:cNvPr id="4" name="TextBox 3"/>
          <p:cNvSpPr txBox="1"/>
          <p:nvPr/>
        </p:nvSpPr>
        <p:spPr>
          <a:xfrm>
            <a:off x="548640" y="2103120"/>
            <a:ext cx="11094720" cy="2743200"/>
          </a:xfrm>
          <a:prstGeom prst="rect">
            <a:avLst/>
          </a:prstGeom>
          <a:noFill/>
        </p:spPr>
        <p:txBody>
          <a:bodyPr wrap="square">
            <a:spAutoFit/>
          </a:bodyPr>
          <a:lstStyle/>
          <a:p>
            <a:pPr>
              <a:lnSpc>
                <a:spcPct val="130000"/>
              </a:lnSpc>
              <a:spcAft>
                <a:spcPts val="1000"/>
              </a:spcAft>
              <a:defRPr sz="2000" b="0" i="0">
                <a:latin typeface="Arial"/>
              </a:defRPr>
            </a:pPr>
            <a:r>
              <a:t>Grounding: forcing AI to work exclusively with the sources you give it. It doesn't just give you an answer - it gives you the receipt.</a:t>
            </a:r>
          </a:p>
          <a:p>
            <a:pPr>
              <a:lnSpc>
                <a:spcPct val="130000"/>
              </a:lnSpc>
              <a:spcAft>
                <a:spcPts val="800"/>
              </a:spcAft>
              <a:defRPr sz="1600" b="0" i="0">
                <a:latin typeface="Arial"/>
              </a:defRPr>
            </a:pPr>
            <a:r>
              <a:t>This is the ground floor of everything else in this course. Projects, Assistants, and Agents are all built on top of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2 | Data and Grounding</a:t>
            </a:r>
          </a:p>
        </p:txBody>
      </p:sp>
      <p:sp>
        <p:nvSpPr>
          <p:cNvPr id="4" name="Text Placeholder 3"/>
          <p:cNvSpPr>
            <a:spLocks noGrp="1"/>
          </p:cNvSpPr>
          <p:nvPr>
            <p:ph type="body" idx="27" sz="quarter"/>
          </p:nvPr>
        </p:nvSpPr>
        <p:spPr/>
        <p:txBody>
          <a:bodyPr/>
          <a:lstStyle/>
          <a:p>
            <a:r>
              <a:t>Don't blame it</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The common error is blaming the app and switching models. An advanced model with bad data still gives a bad result.</a:t>
            </a:r>
          </a:p>
        </p:txBody>
      </p:sp>
      <p:sp>
        <p:nvSpPr>
          <p:cNvPr id="6" name="Text Placeholder 5"/>
          <p:cNvSpPr>
            <a:spLocks noGrp="1"/>
          </p:cNvSpPr>
          <p:nvPr>
            <p:ph type="body" idx="29" sz="quarter"/>
          </p:nvPr>
        </p:nvSpPr>
        <p:spPr/>
        <p:txBody>
          <a:bodyPr/>
          <a:lstStyle/>
          <a:p>
            <a:r>
              <a:t>Data = knowledge</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Your instructions and sources are literally the assistant's knowledge. Poor knowledge in, poor result out.</a:t>
            </a:r>
          </a:p>
        </p:txBody>
      </p:sp>
      <p:sp>
        <p:nvSpPr>
          <p:cNvPr id="8" name="Text Placeholder 7"/>
          <p:cNvSpPr>
            <a:spLocks noGrp="1"/>
          </p:cNvSpPr>
          <p:nvPr>
            <p:ph type="body" idx="31" sz="quarter"/>
          </p:nvPr>
        </p:nvSpPr>
        <p:spPr/>
        <p:txBody>
          <a:bodyPr/>
          <a:lstStyle/>
          <a:p>
            <a:r>
              <a:t>Foundations</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Working from memory instead of real sources is building without a foundation. The advantage is the system, not the tool.</a:t>
            </a:r>
          </a:p>
        </p:txBody>
      </p:sp>
      <p:sp>
        <p:nvSpPr>
          <p:cNvPr id="10" name="Title 9"/>
          <p:cNvSpPr>
            <a:spLocks noGrp="1"/>
          </p:cNvSpPr>
          <p:nvPr>
            <p:ph type="title"/>
          </p:nvPr>
        </p:nvSpPr>
        <p:spPr/>
        <p:txBody>
          <a:bodyPr/>
          <a:lstStyle/>
          <a:p>
            <a:r>
              <a:t>The golden rule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2 | Data and Grounding</a:t>
            </a:r>
          </a:p>
        </p:txBody>
      </p:sp>
      <p:sp>
        <p:nvSpPr>
          <p:cNvPr id="4" name="Text Placeholder 3"/>
          <p:cNvSpPr>
            <a:spLocks noGrp="1"/>
          </p:cNvSpPr>
          <p:nvPr>
            <p:ph type="body" idx="27" sz="quarter"/>
          </p:nvPr>
        </p:nvSpPr>
        <p:spPr/>
        <p:txBody>
          <a:bodyPr/>
          <a:lstStyle/>
          <a:p>
            <a:r>
              <a:t>Attach source</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Upload or paste the real document into the chat - a syllabus, your notes, whatever you need it to work from.</a:t>
            </a:r>
          </a:p>
        </p:txBody>
      </p:sp>
      <p:sp>
        <p:nvSpPr>
          <p:cNvPr id="6" name="Text Placeholder 5"/>
          <p:cNvSpPr>
            <a:spLocks noGrp="1"/>
          </p:cNvSpPr>
          <p:nvPr>
            <p:ph type="body" idx="29" sz="quarter"/>
          </p:nvPr>
        </p:nvSpPr>
        <p:spPr/>
        <p:txBody>
          <a:bodyPr/>
          <a:lstStyle/>
          <a:p>
            <a:r>
              <a:t>Ask what matters</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Not a generic test question - the actual thing you need answered, so you can tell if the answer is genuinely useful.</a:t>
            </a:r>
          </a:p>
        </p:txBody>
      </p:sp>
      <p:sp>
        <p:nvSpPr>
          <p:cNvPr id="8" name="Text Placeholder 7"/>
          <p:cNvSpPr>
            <a:spLocks noGrp="1"/>
          </p:cNvSpPr>
          <p:nvPr>
            <p:ph type="body" idx="31" sz="quarter"/>
          </p:nvPr>
        </p:nvSpPr>
        <p:spPr/>
        <p:txBody>
          <a:bodyPr/>
          <a:lstStyle/>
          <a:p>
            <a:r>
              <a:t>Get the receipt</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A grounded answer can point back to your source. If it can't, or it sounds suspiciously generic, that's your signal.</a:t>
            </a:r>
          </a:p>
        </p:txBody>
      </p:sp>
      <p:sp>
        <p:nvSpPr>
          <p:cNvPr id="10" name="Title 9"/>
          <p:cNvSpPr>
            <a:spLocks noGrp="1"/>
          </p:cNvSpPr>
          <p:nvPr>
            <p:ph type="title"/>
          </p:nvPr>
        </p:nvSpPr>
        <p:spPr/>
        <p:txBody>
          <a:bodyPr/>
          <a:lstStyle/>
          <a:p>
            <a:r>
              <a:t>The method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build it together</a:t>
            </a:r>
          </a:p>
        </p:txBody>
      </p:sp>
      <p:sp>
        <p:nvSpPr>
          <p:cNvPr id="3" name="Text Placeholder 2"/>
          <p:cNvSpPr>
            <a:spLocks noGrp="1"/>
          </p:cNvSpPr>
          <p:nvPr>
            <p:ph type="body" idx="13" sz="quarter"/>
          </p:nvPr>
        </p:nvSpPr>
        <p:spPr/>
        <p:txBody>
          <a:bodyPr/>
          <a:lstStyle/>
          <a:p>
            <a:r>
              <a:t>2 | Data and Grounding</a:t>
            </a:r>
          </a:p>
        </p:txBody>
      </p:sp>
      <p:sp>
        <p:nvSpPr>
          <p:cNvPr id="4" name="TextBox 3"/>
          <p:cNvSpPr txBox="1"/>
          <p:nvPr/>
        </p:nvSpPr>
        <p:spPr>
          <a:xfrm>
            <a:off x="548640" y="2103120"/>
            <a:ext cx="11094720" cy="3200400"/>
          </a:xfrm>
          <a:prstGeom prst="rect">
            <a:avLst/>
          </a:prstGeom>
          <a:noFill/>
        </p:spPr>
        <p:txBody>
          <a:bodyPr wrap="square">
            <a:spAutoFit/>
          </a:bodyPr>
          <a:lstStyle/>
          <a:p>
            <a:pPr>
              <a:lnSpc>
                <a:spcPct val="130000"/>
              </a:lnSpc>
              <a:spcAft>
                <a:spcPts val="900"/>
              </a:spcAft>
              <a:defRPr sz="1800" b="0" i="0">
                <a:latin typeface="Arial"/>
              </a:defRPr>
            </a:pPr>
            <a:r>
              <a:t>1. Open a new chat at claude.ai</a:t>
            </a:r>
          </a:p>
          <a:p>
            <a:pPr>
              <a:lnSpc>
                <a:spcPct val="130000"/>
              </a:lnSpc>
              <a:spcAft>
                <a:spcPts val="900"/>
              </a:spcAft>
              <a:defRPr sz="1800" b="0" i="0">
                <a:latin typeface="Arial"/>
              </a:defRPr>
            </a:pPr>
            <a:r>
              <a:t>2. Upload the course syllabus (PDF)</a:t>
            </a:r>
          </a:p>
          <a:p>
            <a:pPr>
              <a:lnSpc>
                <a:spcPct val="130000"/>
              </a:lnSpc>
              <a:spcAft>
                <a:spcPts val="900"/>
              </a:spcAft>
              <a:defRPr sz="1800" b="0" i="0">
                <a:latin typeface="Arial"/>
              </a:defRPr>
            </a:pPr>
            <a:r>
              <a:t>3. Ask it: “What's the minimum grade needed on the final exam to pass this course?”</a:t>
            </a:r>
          </a:p>
          <a:p>
            <a:pPr>
              <a:lnSpc>
                <a:spcPct val="130000"/>
              </a:lnSpc>
              <a:spcAft>
                <a:spcPts val="900"/>
              </a:spcAft>
              <a:defRPr sz="1800" b="0" i="0">
                <a:latin typeface="Arial"/>
              </a:defRPr>
            </a:pPr>
            <a:r>
              <a:t>4. Compare: ask the exact same question in a different chat, with nothing uploaded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turn</a:t>
            </a:r>
          </a:p>
        </p:txBody>
      </p:sp>
      <p:sp>
        <p:nvSpPr>
          <p:cNvPr id="3" name="Text Placeholder 2"/>
          <p:cNvSpPr>
            <a:spLocks noGrp="1"/>
          </p:cNvSpPr>
          <p:nvPr>
            <p:ph type="body" idx="13" sz="quarter"/>
          </p:nvPr>
        </p:nvSpPr>
        <p:spPr/>
        <p:txBody>
          <a:bodyPr/>
          <a:lstStyle/>
          <a:p>
            <a:r>
              <a:t>2 | Data and Grounding</a:t>
            </a:r>
          </a:p>
        </p:txBody>
      </p:sp>
      <p:sp>
        <p:nvSpPr>
          <p:cNvPr id="4" name="TextBox 3"/>
          <p:cNvSpPr txBox="1"/>
          <p:nvPr/>
        </p:nvSpPr>
        <p:spPr>
          <a:xfrm>
            <a:off x="548640" y="2103120"/>
            <a:ext cx="11094720" cy="2286000"/>
          </a:xfrm>
          <a:prstGeom prst="rect">
            <a:avLst/>
          </a:prstGeom>
          <a:noFill/>
        </p:spPr>
        <p:txBody>
          <a:bodyPr wrap="square">
            <a:spAutoFit/>
          </a:bodyPr>
          <a:lstStyle/>
          <a:p>
            <a:pPr>
              <a:lnSpc>
                <a:spcPct val="130000"/>
              </a:lnSpc>
              <a:spcAft>
                <a:spcPts val="1000"/>
              </a:spcAft>
              <a:defRPr sz="2000" b="0" i="0">
                <a:latin typeface="Arial"/>
              </a:defRPr>
            </a:pPr>
            <a:r>
              <a:t>Pick a different course you're taking right now. Do the same thing: upload your real notes or syllabus into a new chat, and ask one specific question only that material can answer.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2 | Data and Grounding</a:t>
            </a:r>
          </a:p>
        </p:txBody>
      </p:sp>
      <p:sp>
        <p:nvSpPr>
          <p:cNvPr id="4" name="Text Placeholder 3"/>
          <p:cNvSpPr>
            <a:spLocks noGrp="1"/>
          </p:cNvSpPr>
          <p:nvPr>
            <p:ph type="body" idx="27" sz="quarter"/>
          </p:nvPr>
        </p:nvSpPr>
        <p:spPr/>
        <p:txBody>
          <a:bodyPr/>
          <a:lstStyle/>
          <a:p>
            <a:r>
              <a:t>Study syllabus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A dense 500-page reading list becomes outlines, mind maps, or flashcards.</a:t>
            </a:r>
          </a:p>
        </p:txBody>
      </p:sp>
      <p:sp>
        <p:nvSpPr>
          <p:cNvPr id="6" name="Text Placeholder 5"/>
          <p:cNvSpPr>
            <a:spLocks noGrp="1"/>
          </p:cNvSpPr>
          <p:nvPr>
            <p:ph type="body" idx="29" sz="quarter"/>
          </p:nvPr>
        </p:nvSpPr>
        <p:spPr/>
        <p:txBody>
          <a:bodyPr/>
          <a:lstStyle/>
          <a:p>
            <a:r>
              <a:t>Quiz yourself</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Generate test-style questions from your own notes and find your actual gaps.</a:t>
            </a:r>
          </a:p>
        </p:txBody>
      </p:sp>
      <p:sp>
        <p:nvSpPr>
          <p:cNvPr id="8" name="Text Placeholder 7"/>
          <p:cNvSpPr>
            <a:spLocks noGrp="1"/>
          </p:cNvSpPr>
          <p:nvPr>
            <p:ph type="body" idx="31" sz="quarter"/>
          </p:nvPr>
        </p:nvSpPr>
        <p:spPr/>
        <p:txBody>
          <a:bodyPr/>
          <a:lstStyle/>
          <a:p>
            <a:r>
              <a:t>Interview prep</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Cross your CV with a job posting and spot your weak points before the interview.</a:t>
            </a:r>
          </a:p>
        </p:txBody>
      </p:sp>
      <p:sp>
        <p:nvSpPr>
          <p:cNvPr id="10" name="Title 9"/>
          <p:cNvSpPr>
            <a:spLocks noGrp="1"/>
          </p:cNvSpPr>
          <p:nvPr>
            <p:ph type="title"/>
          </p:nvPr>
        </p:nvSpPr>
        <p:spPr/>
        <p:txBody>
          <a:bodyPr/>
          <a:lstStyle/>
          <a:p>
            <a:r>
              <a:t>Real cases for grounding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and after</a:t>
            </a:r>
          </a:p>
        </p:txBody>
      </p:sp>
      <p:sp>
        <p:nvSpPr>
          <p:cNvPr id="3" name="Text Placeholder 2"/>
          <p:cNvSpPr>
            <a:spLocks noGrp="1"/>
          </p:cNvSpPr>
          <p:nvPr>
            <p:ph type="body" idx="13" sz="quarter"/>
          </p:nvPr>
        </p:nvSpPr>
        <p:spPr/>
        <p:txBody>
          <a:bodyPr/>
          <a:lstStyle/>
          <a:p>
            <a:r>
              <a:t>2 | Data and Grounding</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Text generator</a:t>
            </a:r>
          </a:p>
          <a:p>
            <a:pPr>
              <a:spcAft>
                <a:spcPts val="800"/>
              </a:spcAft>
              <a:defRPr sz="1300">
                <a:solidFill>
                  <a:srgbClr val="000000"/>
                </a:solidFill>
                <a:latin typeface="Arial"/>
              </a:defRPr>
            </a:pPr>
            <a:r>
              <a:t>• Asked to write or invent in a vacuum</a:t>
            </a:r>
          </a:p>
          <a:p>
            <a:pPr>
              <a:spcAft>
                <a:spcPts val="800"/>
              </a:spcAft>
              <a:defRPr sz="1300">
                <a:solidFill>
                  <a:srgbClr val="000000"/>
                </a:solidFill>
                <a:latin typeface="Arial"/>
              </a:defRPr>
            </a:pPr>
            <a:r>
              <a:t>• You settle for the first result because it sounds right</a:t>
            </a:r>
          </a:p>
          <a:p>
            <a:pPr>
              <a:spcAft>
                <a:spcPts val="800"/>
              </a:spcAft>
              <a:defRPr sz="1300">
                <a:solidFill>
                  <a:srgbClr val="000000"/>
                </a:solidFill>
                <a:latin typeface="Arial"/>
              </a:defRPr>
            </a:pPr>
            <a:r>
              <a:t>• No way to know if it's true or invented</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Grounded researcher</a:t>
            </a:r>
          </a:p>
          <a:p>
            <a:pPr>
              <a:spcAft>
                <a:spcPts val="800"/>
              </a:spcAft>
              <a:defRPr sz="1300">
                <a:solidFill>
                  <a:srgbClr val="000000"/>
                </a:solidFill>
                <a:latin typeface="Arial"/>
              </a:defRPr>
            </a:pPr>
            <a:r>
              <a:t>• Works on real sources you control</a:t>
            </a:r>
          </a:p>
          <a:p>
            <a:pPr>
              <a:spcAft>
                <a:spcPts val="800"/>
              </a:spcAft>
              <a:defRPr sz="1300">
                <a:solidFill>
                  <a:srgbClr val="000000"/>
                </a:solidFill>
                <a:latin typeface="Arial"/>
              </a:defRPr>
            </a:pPr>
            <a:r>
              <a:t>• Checks every claim against its citation</a:t>
            </a:r>
          </a:p>
          <a:p>
            <a:pPr>
              <a:spcAft>
                <a:spcPts val="800"/>
              </a:spcAft>
              <a:defRPr sz="1300">
                <a:solidFill>
                  <a:srgbClr val="000000"/>
                </a:solidFill>
                <a:latin typeface="Arial"/>
              </a:defRPr>
            </a:pPr>
            <a:r>
              <a:t>• You go from guessing to verified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competitive advantage is never the tool. It's the system you build. You'll all have access to the same AI - the difference is who anchors it to better knowledge.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a:t>
            </a:r>
          </a:p>
        </p:txBody>
      </p:sp>
      <p:sp>
        <p:nvSpPr>
          <p:cNvPr id="3" name="Text Placeholder 2"/>
          <p:cNvSpPr>
            <a:spLocks noGrp="1"/>
          </p:cNvSpPr>
          <p:nvPr>
            <p:ph type="body" idx="10" sz="quarter"/>
          </p:nvPr>
        </p:nvSpPr>
        <p:spPr/>
        <p:txBody>
          <a:bodyPr/>
          <a:lstStyle/>
          <a:p>
            <a:r>
              <a:t>Communication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3 | Communication</a:t>
            </a:r>
          </a:p>
        </p:txBody>
      </p:sp>
      <p:sp>
        <p:nvSpPr>
          <p:cNvPr id="4" name="Text Placeholder 3"/>
          <p:cNvSpPr>
            <a:spLocks noGrp="1"/>
          </p:cNvSpPr>
          <p:nvPr>
            <p:ph type="body" idx="27" sz="quarter"/>
          </p:nvPr>
        </p:nvSpPr>
        <p:spPr/>
        <p:txBody>
          <a:bodyPr/>
          <a:lstStyle/>
          <a:p>
            <a:r>
              <a:t>Not psychic</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You write six words and expect it to guess your situation. Fixed by giving it structure and context.</a:t>
            </a:r>
          </a:p>
        </p:txBody>
      </p:sp>
      <p:sp>
        <p:nvSpPr>
          <p:cNvPr id="6" name="Text Placeholder 5"/>
          <p:cNvSpPr>
            <a:spLocks noGrp="1"/>
          </p:cNvSpPr>
          <p:nvPr>
            <p:ph type="body" idx="29" sz="quarter"/>
          </p:nvPr>
        </p:nvSpPr>
        <p:spPr/>
        <p:txBody>
          <a:bodyPr/>
          <a:lstStyle/>
          <a:p>
            <a:r>
              <a:t>Can't translate</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You know what you want but not how to explain it. Fixed by letting AI interview you, or starting from an example.</a:t>
            </a:r>
          </a:p>
        </p:txBody>
      </p:sp>
      <p:sp>
        <p:nvSpPr>
          <p:cNvPr id="8" name="Text Placeholder 7"/>
          <p:cNvSpPr>
            <a:spLocks noGrp="1"/>
          </p:cNvSpPr>
          <p:nvPr>
            <p:ph type="body" idx="31" sz="quarter"/>
          </p:nvPr>
        </p:nvSpPr>
        <p:spPr/>
        <p:txBody>
          <a:bodyPr/>
          <a:lstStyle/>
          <a:p>
            <a:r>
              <a:t>Not more typing</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You exhaust yourself copying huge blocks into every chat. Fixed by systematizing your best instructions.</a:t>
            </a:r>
          </a:p>
        </p:txBody>
      </p:sp>
      <p:sp>
        <p:nvSpPr>
          <p:cNvPr id="10" name="Title 9"/>
          <p:cNvSpPr>
            <a:spLocks noGrp="1"/>
          </p:cNvSpPr>
          <p:nvPr>
            <p:ph type="title"/>
          </p:nvPr>
        </p:nvSpPr>
        <p:spPr/>
        <p:txBody>
          <a:bodyPr/>
          <a:lstStyle/>
          <a:p>
            <a:r>
              <a:t>Three blockers to generic answers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3 | Communication</a:t>
            </a:r>
          </a:p>
        </p:txBody>
      </p:sp>
      <p:sp>
        <p:nvSpPr>
          <p:cNvPr id="4" name="Text Placeholder 3"/>
          <p:cNvSpPr>
            <a:spLocks noGrp="1"/>
          </p:cNvSpPr>
          <p:nvPr>
            <p:ph type="body" idx="27" sz="quarter"/>
          </p:nvPr>
        </p:nvSpPr>
        <p:spPr/>
        <p:txBody>
          <a:bodyPr/>
          <a:lstStyle/>
          <a:p>
            <a:r>
              <a:t>Instructions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The exact task and action you want it to execute.</a:t>
            </a:r>
          </a:p>
        </p:txBody>
      </p:sp>
      <p:sp>
        <p:nvSpPr>
          <p:cNvPr id="6" name="Text Placeholder 5"/>
          <p:cNvSpPr>
            <a:spLocks noGrp="1"/>
          </p:cNvSpPr>
          <p:nvPr>
            <p:ph type="body" idx="29" sz="quarter"/>
          </p:nvPr>
        </p:nvSpPr>
        <p:spPr/>
        <p:txBody>
          <a:bodyPr/>
          <a:lstStyle/>
          <a:p>
            <a:r>
              <a:t>Context</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Your role, your objective, your background, and who the output is for. Where most failures happen, and what personalizes the result most.</a:t>
            </a:r>
          </a:p>
        </p:txBody>
      </p:sp>
      <p:sp>
        <p:nvSpPr>
          <p:cNvPr id="8" name="Text Placeholder 7"/>
          <p:cNvSpPr>
            <a:spLocks noGrp="1"/>
          </p:cNvSpPr>
          <p:nvPr>
            <p:ph type="body" idx="31" sz="quarter"/>
          </p:nvPr>
        </p:nvSpPr>
        <p:spPr/>
        <p:txBody>
          <a:bodyPr/>
          <a:lstStyle/>
          <a:p>
            <a:r>
              <a:t>Constraints</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The rules: style, tone, length, format. Plus an example to imitate, if you have one.</a:t>
            </a:r>
          </a:p>
        </p:txBody>
      </p:sp>
      <p:sp>
        <p:nvSpPr>
          <p:cNvPr id="10" name="Title 9"/>
          <p:cNvSpPr>
            <a:spLocks noGrp="1"/>
          </p:cNvSpPr>
          <p:nvPr>
            <p:ph type="title"/>
          </p:nvPr>
        </p:nvSpPr>
        <p:spPr/>
        <p:txBody>
          <a:bodyPr/>
          <a:lstStyle/>
          <a:p>
            <a:r>
              <a:t>ICC: drafting from scratch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ICC in action</a:t>
            </a:r>
          </a:p>
        </p:txBody>
      </p:sp>
      <p:sp>
        <p:nvSpPr>
          <p:cNvPr id="3" name="Text Placeholder 2"/>
          <p:cNvSpPr>
            <a:spLocks noGrp="1"/>
          </p:cNvSpPr>
          <p:nvPr>
            <p:ph type="body" idx="13" sz="quarter"/>
          </p:nvPr>
        </p:nvSpPr>
        <p:spPr/>
        <p:txBody>
          <a:bodyPr/>
          <a:lstStyle/>
          <a:p>
            <a:r>
              <a:t>3 | Communication</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 deadline-extension email</a:t>
            </a:r>
          </a:p>
          <a:p>
            <a:pPr>
              <a:spcAft>
                <a:spcPts val="800"/>
              </a:spcAft>
              <a:defRPr sz="1300">
                <a:solidFill>
                  <a:srgbClr val="000000"/>
                </a:solidFill>
                <a:latin typeface="Arial"/>
              </a:defRPr>
            </a:pPr>
            <a:r>
              <a:t>• Instructions: draft a short, polite email requesting a deadline extension</a:t>
            </a:r>
          </a:p>
          <a:p>
            <a:pPr>
              <a:spcAft>
                <a:spcPts val="800"/>
              </a:spcAft>
              <a:defRPr sz="1300">
                <a:solidFill>
                  <a:srgbClr val="000000"/>
                </a:solidFill>
                <a:latin typeface="Arial"/>
              </a:defRPr>
            </a:pPr>
            <a:r>
              <a:t>• Context: first-year student, missed 3 days due to illness, doctor's note available</a:t>
            </a:r>
          </a:p>
          <a:p>
            <a:pPr>
              <a:spcAft>
                <a:spcPts val="800"/>
              </a:spcAft>
              <a:defRPr sz="1300">
                <a:solidFill>
                  <a:srgbClr val="000000"/>
                </a:solidFill>
                <a:latin typeface="Arial"/>
              </a:defRPr>
            </a:pPr>
            <a:r>
              <a:t>• Constraints: under 100 words, formal tone, no excuses beyond the illness</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 weekly study plan</a:t>
            </a:r>
          </a:p>
          <a:p>
            <a:pPr>
              <a:spcAft>
                <a:spcPts val="800"/>
              </a:spcAft>
              <a:defRPr sz="1300">
                <a:solidFill>
                  <a:srgbClr val="000000"/>
                </a:solidFill>
                <a:latin typeface="Arial"/>
              </a:defRPr>
            </a:pPr>
            <a:r>
              <a:t>• Instructions: write me a simple weekly study schedule</a:t>
            </a:r>
          </a:p>
          <a:p>
            <a:pPr>
              <a:spcAft>
                <a:spcPts val="800"/>
              </a:spcAft>
              <a:defRPr sz="1300">
                <a:solidFill>
                  <a:srgbClr val="000000"/>
                </a:solidFill>
                <a:latin typeface="Arial"/>
              </a:defRPr>
            </a:pPr>
            <a:r>
              <a:t>• Context: 5 courses this semester, 2 free evening hours most weekdays, one weak subject: statistics</a:t>
            </a:r>
          </a:p>
          <a:p>
            <a:pPr>
              <a:spcAft>
                <a:spcPts val="800"/>
              </a:spcAft>
              <a:defRPr sz="1300">
                <a:solidFill>
                  <a:srgbClr val="000000"/>
                </a:solidFill>
                <a:latin typeface="Arial"/>
              </a:defRPr>
            </a:pPr>
            <a:r>
              <a:t>• Constraints: one page, extra time blocked for statistics, keep weekends mostly free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3 | Communication</a:t>
            </a:r>
          </a:p>
        </p:txBody>
      </p:sp>
      <p:sp>
        <p:nvSpPr>
          <p:cNvPr id="4" name="Text Placeholder 3"/>
          <p:cNvSpPr>
            <a:spLocks noGrp="1"/>
          </p:cNvSpPr>
          <p:nvPr>
            <p:ph type="body" idx="27" sz="quarter"/>
          </p:nvPr>
        </p:nvSpPr>
        <p:spPr/>
        <p:txBody>
          <a:bodyPr/>
          <a:lstStyle/>
          <a:p>
            <a:r>
              <a:t>Actor</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Tell it who it is - assign it an expert role.</a:t>
            </a:r>
          </a:p>
        </p:txBody>
      </p:sp>
      <p:sp>
        <p:nvSpPr>
          <p:cNvPr id="6" name="Text Placeholder 5"/>
          <p:cNvSpPr>
            <a:spLocks noGrp="1"/>
          </p:cNvSpPr>
          <p:nvPr>
            <p:ph type="body" idx="29" sz="quarter"/>
          </p:nvPr>
        </p:nvSpPr>
        <p:spPr/>
        <p:txBody>
          <a:bodyPr/>
          <a:lstStyle/>
          <a:p>
            <a:r>
              <a:t>Input</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Give it the material - upload your documents and data.</a:t>
            </a:r>
          </a:p>
        </p:txBody>
      </p:sp>
      <p:sp>
        <p:nvSpPr>
          <p:cNvPr id="8" name="Text Placeholder 7"/>
          <p:cNvSpPr>
            <a:spLocks noGrp="1"/>
          </p:cNvSpPr>
          <p:nvPr>
            <p:ph type="body" idx="31" sz="quarter"/>
          </p:nvPr>
        </p:nvSpPr>
        <p:spPr/>
        <p:txBody>
          <a:bodyPr/>
          <a:lstStyle/>
          <a:p>
            <a:r>
              <a:t>Mission</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The ultra-specific, measurable goal you're pursuing.</a:t>
            </a:r>
          </a:p>
        </p:txBody>
      </p:sp>
      <p:sp>
        <p:nvSpPr>
          <p:cNvPr id="10" name="Title 9"/>
          <p:cNvSpPr>
            <a:spLocks noGrp="1"/>
          </p:cNvSpPr>
          <p:nvPr>
            <p:ph type="title"/>
          </p:nvPr>
        </p:nvSpPr>
        <p:spPr/>
        <p:txBody>
          <a:bodyPr/>
          <a:lstStyle/>
          <a:p>
            <a:r>
              <a:t>AIM: directing an expert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AIM in action</a:t>
            </a:r>
          </a:p>
        </p:txBody>
      </p:sp>
      <p:sp>
        <p:nvSpPr>
          <p:cNvPr id="3" name="Text Placeholder 2"/>
          <p:cNvSpPr>
            <a:spLocks noGrp="1"/>
          </p:cNvSpPr>
          <p:nvPr>
            <p:ph type="body" idx="13" sz="quarter"/>
          </p:nvPr>
        </p:nvSpPr>
        <p:spPr/>
        <p:txBody>
          <a:bodyPr/>
          <a:lstStyle/>
          <a:p>
            <a:r>
              <a:t>3 | Communication</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Improve my CV</a:t>
            </a:r>
          </a:p>
          <a:p>
            <a:pPr>
              <a:spcAft>
                <a:spcPts val="800"/>
              </a:spcAft>
              <a:defRPr sz="1300">
                <a:solidFill>
                  <a:srgbClr val="000000"/>
                </a:solidFill>
                <a:latin typeface="Arial"/>
              </a:defRPr>
            </a:pPr>
            <a:r>
              <a:t>• Actor: You're the most sought-after CV editor in the world</a:t>
            </a:r>
          </a:p>
          <a:p>
            <a:pPr>
              <a:spcAft>
                <a:spcPts val="800"/>
              </a:spcAft>
              <a:defRPr sz="1300">
                <a:solidFill>
                  <a:srgbClr val="000000"/>
                </a:solidFill>
                <a:latin typeface="Arial"/>
              </a:defRPr>
            </a:pPr>
            <a:r>
              <a:t>• Input: my CV + the internship posting + company notes</a:t>
            </a:r>
          </a:p>
          <a:p>
            <a:pPr>
              <a:spcAft>
                <a:spcPts val="800"/>
              </a:spcAft>
              <a:defRPr sz="1300">
                <a:solidFill>
                  <a:srgbClr val="000000"/>
                </a:solidFill>
                <a:latin typeface="Arial"/>
              </a:defRPr>
            </a:pPr>
            <a:r>
              <a:t>• Mission: 5 concrete improvements to raise my interview chances</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Plan a trip</a:t>
            </a:r>
          </a:p>
          <a:p>
            <a:pPr>
              <a:spcAft>
                <a:spcPts val="800"/>
              </a:spcAft>
              <a:defRPr sz="1300">
                <a:solidFill>
                  <a:srgbClr val="000000"/>
                </a:solidFill>
                <a:latin typeface="Arial"/>
              </a:defRPr>
            </a:pPr>
            <a:r>
              <a:t>• Actor: You're a savvy budget-travel planner who's done this a hundred times</a:t>
            </a:r>
          </a:p>
          <a:p>
            <a:pPr>
              <a:spcAft>
                <a:spcPts val="800"/>
              </a:spcAft>
              <a:defRPr sz="1300">
                <a:solidFill>
                  <a:srgbClr val="000000"/>
                </a:solidFill>
                <a:latin typeface="Arial"/>
              </a:defRPr>
            </a:pPr>
            <a:r>
              <a:t>• Input: my dates, my budget, a photo of my current itinerary notes</a:t>
            </a:r>
          </a:p>
          <a:p>
            <a:pPr>
              <a:spcAft>
                <a:spcPts val="800"/>
              </a:spcAft>
              <a:defRPr sz="1300">
                <a:solidFill>
                  <a:srgbClr val="000000"/>
                </a:solidFill>
                <a:latin typeface="Arial"/>
              </a:defRPr>
            </a:pPr>
            <a:r>
              <a:t>• Mission: a 3-day plan under my exact budget, with 2 backup options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use each</a:t>
            </a:r>
          </a:p>
        </p:txBody>
      </p:sp>
      <p:sp>
        <p:nvSpPr>
          <p:cNvPr id="3" name="Text Placeholder 2"/>
          <p:cNvSpPr>
            <a:spLocks noGrp="1"/>
          </p:cNvSpPr>
          <p:nvPr>
            <p:ph type="body" idx="13" sz="quarter"/>
          </p:nvPr>
        </p:nvSpPr>
        <p:spPr/>
        <p:txBody>
          <a:bodyPr/>
          <a:lstStyle/>
          <a:p>
            <a:r>
              <a:t>3 | Communication</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ICC</a:t>
            </a:r>
          </a:p>
          <a:p>
            <a:pPr>
              <a:spcAft>
                <a:spcPts val="800"/>
              </a:spcAft>
              <a:defRPr sz="1300">
                <a:solidFill>
                  <a:srgbClr val="000000"/>
                </a:solidFill>
                <a:latin typeface="Arial"/>
              </a:defRPr>
            </a:pPr>
            <a:r>
              <a:t>• For drafting from scratch</a:t>
            </a:r>
          </a:p>
          <a:p>
            <a:pPr>
              <a:spcAft>
                <a:spcPts val="800"/>
              </a:spcAft>
              <a:defRPr sz="1300">
                <a:solidFill>
                  <a:srgbClr val="000000"/>
                </a:solidFill>
                <a:latin typeface="Arial"/>
              </a:defRPr>
            </a:pPr>
            <a:r>
              <a:t>• Email, summary, or idea with no prior material</a:t>
            </a:r>
          </a:p>
          <a:p>
            <a:pPr>
              <a:spcAft>
                <a:spcPts val="800"/>
              </a:spcAft>
              <a:defRPr sz="1300">
                <a:solidFill>
                  <a:srgbClr val="000000"/>
                </a:solidFill>
                <a:latin typeface="Arial"/>
              </a:defRPr>
            </a:pPr>
            <a:r>
              <a:t>• Focus: explain the task well</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AIM</a:t>
            </a:r>
          </a:p>
          <a:p>
            <a:pPr>
              <a:spcAft>
                <a:spcPts val="800"/>
              </a:spcAft>
              <a:defRPr sz="1300">
                <a:solidFill>
                  <a:srgbClr val="000000"/>
                </a:solidFill>
                <a:latin typeface="Arial"/>
              </a:defRPr>
            </a:pPr>
            <a:r>
              <a:t>• For directing an expert with material</a:t>
            </a:r>
          </a:p>
          <a:p>
            <a:pPr>
              <a:spcAft>
                <a:spcPts val="800"/>
              </a:spcAft>
              <a:defRPr sz="1300">
                <a:solidFill>
                  <a:srgbClr val="000000"/>
                </a:solidFill>
                <a:latin typeface="Arial"/>
              </a:defRPr>
            </a:pPr>
            <a:r>
              <a:t>• Analyzing, reviewing, or optimizing something that already exists</a:t>
            </a:r>
          </a:p>
          <a:p>
            <a:pPr>
              <a:spcAft>
                <a:spcPts val="800"/>
              </a:spcAft>
              <a:defRPr sz="1300">
                <a:solidFill>
                  <a:srgbClr val="000000"/>
                </a:solidFill>
                <a:latin typeface="Arial"/>
              </a:defRPr>
            </a:pPr>
            <a:r>
              <a:t>• Focus: the role and the mission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 AI interview you</a:t>
            </a:r>
          </a:p>
        </p:txBody>
      </p:sp>
      <p:sp>
        <p:nvSpPr>
          <p:cNvPr id="3" name="Text Placeholder 2"/>
          <p:cNvSpPr>
            <a:spLocks noGrp="1"/>
          </p:cNvSpPr>
          <p:nvPr>
            <p:ph type="body" idx="13" sz="quarter"/>
          </p:nvPr>
        </p:nvSpPr>
        <p:spPr/>
        <p:txBody>
          <a:bodyPr/>
          <a:lstStyle/>
          <a:p>
            <a:r>
              <a:t>3 | Communication</a:t>
            </a:r>
          </a:p>
        </p:txBody>
      </p:sp>
      <p:sp>
        <p:nvSpPr>
          <p:cNvPr id="4" name="TextBox 3"/>
          <p:cNvSpPr txBox="1"/>
          <p:nvPr/>
        </p:nvSpPr>
        <p:spPr>
          <a:xfrm>
            <a:off x="548640" y="2103120"/>
            <a:ext cx="11094720" cy="2743200"/>
          </a:xfrm>
          <a:prstGeom prst="rect">
            <a:avLst/>
          </a:prstGeom>
          <a:noFill/>
        </p:spPr>
        <p:txBody>
          <a:bodyPr wrap="square">
            <a:spAutoFit/>
          </a:bodyPr>
          <a:lstStyle/>
          <a:p>
            <a:pPr>
              <a:lnSpc>
                <a:spcPct val="130000"/>
              </a:lnSpc>
              <a:spcAft>
                <a:spcPts val="1000"/>
              </a:spcAft>
              <a:defRPr sz="2000" b="1" i="0">
                <a:latin typeface="Arial"/>
              </a:defRPr>
            </a:pPr>
            <a:r>
              <a:t>The magic phrase: “Ask me whatever questions you need to do a better job.”</a:t>
            </a:r>
          </a:p>
          <a:p>
            <a:pPr>
              <a:lnSpc>
                <a:spcPct val="130000"/>
              </a:lnSpc>
              <a:spcAft>
                <a:spcPts val="800"/>
              </a:spcAft>
              <a:defRPr sz="1600" b="0" i="0">
                <a:latin typeface="Arial"/>
              </a:defRPr>
            </a:pPr>
            <a:r>
              <a:t>Example: you ask “Create a study plan for this semester” + the phrase. AI pauses and asks: which subjects? when are your exams? how many hours a week do you have? Only then does it deliver a plan built for you.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3 | Communication</a:t>
            </a:r>
          </a:p>
        </p:txBody>
      </p:sp>
      <p:sp>
        <p:nvSpPr>
          <p:cNvPr id="4" name="Text Placeholder 3"/>
          <p:cNvSpPr>
            <a:spLocks noGrp="1"/>
          </p:cNvSpPr>
          <p:nvPr>
            <p:ph type="body" idx="27" sz="quarter"/>
          </p:nvPr>
        </p:nvSpPr>
        <p:spPr/>
        <p:txBody>
          <a:bodyPr/>
          <a:lstStyle/>
          <a:p>
            <a:r>
              <a:t>A document</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Give it a report or table you like; it generates yours in that same format.</a:t>
            </a:r>
          </a:p>
        </p:txBody>
      </p:sp>
      <p:sp>
        <p:nvSpPr>
          <p:cNvPr id="6" name="Text Placeholder 5"/>
          <p:cNvSpPr>
            <a:spLocks noGrp="1"/>
          </p:cNvSpPr>
          <p:nvPr>
            <p:ph type="body" idx="29" sz="quarter"/>
          </p:nvPr>
        </p:nvSpPr>
        <p:spPr/>
        <p:txBody>
          <a:bodyPr/>
          <a:lstStyle/>
          <a:p>
            <a:r>
              <a:t>Your style</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Pass it your best texts; it clones your tone as a reusable skill.</a:t>
            </a:r>
          </a:p>
        </p:txBody>
      </p:sp>
      <p:sp>
        <p:nvSpPr>
          <p:cNvPr id="8" name="Text Placeholder 7"/>
          <p:cNvSpPr>
            <a:spLocks noGrp="1"/>
          </p:cNvSpPr>
          <p:nvPr>
            <p:ph type="body" idx="31" sz="quarter"/>
          </p:nvPr>
        </p:nvSpPr>
        <p:spPr/>
        <p:txBody>
          <a:bodyPr/>
          <a:lstStyle/>
          <a:p>
            <a:r>
              <a:t>Independence</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Stop asking for prompts on social media - the reference plus AI writes the prompt for you.</a:t>
            </a:r>
          </a:p>
        </p:txBody>
      </p:sp>
      <p:sp>
        <p:nvSpPr>
          <p:cNvPr id="10" name="Title 9"/>
          <p:cNvSpPr>
            <a:spLocks noGrp="1"/>
          </p:cNvSpPr>
          <p:nvPr>
            <p:ph type="title"/>
          </p:nvPr>
        </p:nvSpPr>
        <p:spPr/>
        <p:txBody>
          <a:bodyPr/>
          <a:lstStyle/>
          <a:p>
            <a:r>
              <a:t>Reverse prompting</a:t>
            </a:r>
          </a:p>
        </p:txBody>
      </p:sp>
      <p:sp>
        <p:nvSpPr>
          <p:cNvPr id="11" name="TextBox 10"/>
          <p:cNvSpPr txBox="1"/>
          <p:nvPr/>
        </p:nvSpPr>
        <p:spPr>
          <a:xfrm>
            <a:off x="548640" y="1828800"/>
            <a:ext cx="11094720" cy="411480"/>
          </a:xfrm>
          <a:prstGeom prst="rect">
            <a:avLst/>
          </a:prstGeom>
          <a:noFill/>
        </p:spPr>
        <p:txBody>
          <a:bodyPr wrap="square">
            <a:spAutoFit/>
          </a:bodyPr>
          <a:lstStyle/>
          <a:p>
            <a:pPr>
              <a:lnSpc>
                <a:spcPct val="110000"/>
              </a:lnSpc>
              <a:spcAft>
                <a:spcPts val="0"/>
              </a:spcAft>
              <a:defRPr sz="1400" b="0" i="0">
                <a:latin typeface="Arial"/>
              </a:defRPr>
            </a:pPr>
            <a:r>
              <a:t>When you don't know how to describe what you want, hand over an example instead and let AI reverse-engineer the request.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3 | Communication</a:t>
            </a:r>
          </a:p>
        </p:txBody>
      </p:sp>
      <p:sp>
        <p:nvSpPr>
          <p:cNvPr id="4" name="Text Placeholder 3"/>
          <p:cNvSpPr>
            <a:spLocks noGrp="1"/>
          </p:cNvSpPr>
          <p:nvPr>
            <p:ph type="body" idx="27" sz="quarter"/>
          </p:nvPr>
        </p:nvSpPr>
        <p:spPr/>
        <p:txBody>
          <a:bodyPr/>
          <a:lstStyle/>
          <a:p>
            <a:r>
              <a:t>Few-shot</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Show it 2-3 examples of exactly what you want instead of describing it - it copies the pattern.</a:t>
            </a:r>
          </a:p>
        </p:txBody>
      </p:sp>
      <p:sp>
        <p:nvSpPr>
          <p:cNvPr id="6" name="Text Placeholder 5"/>
          <p:cNvSpPr>
            <a:spLocks noGrp="1"/>
          </p:cNvSpPr>
          <p:nvPr>
            <p:ph type="body" idx="29" sz="quarter"/>
          </p:nvPr>
        </p:nvSpPr>
        <p:spPr/>
        <p:txBody>
          <a:bodyPr/>
          <a:lstStyle/>
          <a:p>
            <a:r>
              <a:t>Step-by-step</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Ask it to think through the problem in steps before answering - catches errors a rushed answer would miss.</a:t>
            </a:r>
          </a:p>
        </p:txBody>
      </p:sp>
      <p:sp>
        <p:nvSpPr>
          <p:cNvPr id="8" name="Text Placeholder 7"/>
          <p:cNvSpPr>
            <a:spLocks noGrp="1"/>
          </p:cNvSpPr>
          <p:nvPr>
            <p:ph type="body" idx="31" sz="quarter"/>
          </p:nvPr>
        </p:nvSpPr>
        <p:spPr/>
        <p:txBody>
          <a:bodyPr/>
          <a:lstStyle/>
          <a:p>
            <a:r>
              <a:t>Output shape</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Ask for the exact shape you need - a table, a specific template - not just 'content.'</a:t>
            </a:r>
          </a:p>
        </p:txBody>
      </p:sp>
      <p:sp>
        <p:nvSpPr>
          <p:cNvPr id="10" name="Title 9"/>
          <p:cNvSpPr>
            <a:spLocks noGrp="1"/>
          </p:cNvSpPr>
          <p:nvPr>
            <p:ph type="title"/>
          </p:nvPr>
        </p:nvSpPr>
        <p:spPr/>
        <p:txBody>
          <a:bodyPr/>
          <a:lstStyle/>
          <a:p>
            <a:r>
              <a:t>More ways to ask well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Try it: a naive prompt</a:t>
            </a:r>
          </a:p>
        </p:txBody>
      </p:sp>
      <p:sp>
        <p:nvSpPr>
          <p:cNvPr id="3" name="Text Placeholder 2"/>
          <p:cNvSpPr>
            <a:spLocks noGrp="1"/>
          </p:cNvSpPr>
          <p:nvPr>
            <p:ph type="body" idx="13" sz="quarter"/>
          </p:nvPr>
        </p:nvSpPr>
        <p:spPr/>
        <p:txBody>
          <a:bodyPr/>
          <a:lstStyle/>
          <a:p>
            <a:r>
              <a:t>3 | Communication</a:t>
            </a:r>
          </a:p>
        </p:txBody>
      </p:sp>
      <p:sp>
        <p:nvSpPr>
          <p:cNvPr id="4" name="TextBox 3"/>
          <p:cNvSpPr txBox="1"/>
          <p:nvPr/>
        </p:nvSpPr>
        <p:spPr>
          <a:xfrm>
            <a:off x="548640" y="2011680"/>
            <a:ext cx="11094720" cy="2743200"/>
          </a:xfrm>
          <a:prstGeom prst="rect">
            <a:avLst/>
          </a:prstGeom>
          <a:noFill/>
        </p:spPr>
        <p:txBody>
          <a:bodyPr wrap="square">
            <a:spAutoFit/>
          </a:bodyPr>
          <a:lstStyle/>
          <a:p>
            <a:pPr>
              <a:lnSpc>
                <a:spcPct val="130000"/>
              </a:lnSpc>
              <a:spcAft>
                <a:spcPts val="900"/>
              </a:spcAft>
              <a:defRPr sz="1800" b="0" i="0">
                <a:latin typeface="Arial"/>
              </a:defRPr>
            </a:pPr>
            <a:r>
              <a:t>1. Upload this module's slides into a new chat.</a:t>
            </a:r>
          </a:p>
          <a:p>
            <a:pPr>
              <a:lnSpc>
                <a:spcPct val="130000"/>
              </a:lnSpc>
              <a:spcAft>
                <a:spcPts val="900"/>
              </a:spcAft>
              <a:defRPr sz="1800" b="0" i="0">
                <a:latin typeface="Arial"/>
              </a:defRPr>
            </a:pPr>
            <a:r>
              <a:t>2. Ask the simplest thing: “Summarize this.”</a:t>
            </a:r>
          </a:p>
          <a:p>
            <a:pPr>
              <a:lnSpc>
                <a:spcPct val="130000"/>
              </a:lnSpc>
              <a:spcAft>
                <a:spcPts val="900"/>
              </a:spcAft>
              <a:defRPr sz="1800" b="0" i="0">
                <a:latin typeface="Arial"/>
              </a:defRPr>
            </a:pPr>
            <a:r>
              <a:t>3. Then, in the same chat: “Now just the part on ICC and AIM.”</a:t>
            </a:r>
          </a:p>
          <a:p>
            <a:pPr>
              <a:lnSpc>
                <a:spcPct val="130000"/>
              </a:lnSpc>
              <a:spcAft>
                <a:spcPts val="750"/>
              </a:spcAft>
              <a:defRPr sz="1500" b="0" i="1">
                <a:latin typeface="Arial"/>
              </a:defRPr>
            </a:pPr>
            <a:r>
              <a:t>It answers the follow-up without you re-explaining - the chat remembers what's in it. Close that chat, though, and the memory is gone. (Part 4 fixes that.)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 it with the Prompt Doctor</a:t>
            </a:r>
          </a:p>
        </p:txBody>
      </p:sp>
      <p:sp>
        <p:nvSpPr>
          <p:cNvPr id="3" name="Text Placeholder 2"/>
          <p:cNvSpPr>
            <a:spLocks noGrp="1"/>
          </p:cNvSpPr>
          <p:nvPr>
            <p:ph type="body" idx="13" sz="quarter"/>
          </p:nvPr>
        </p:nvSpPr>
        <p:spPr/>
        <p:txBody>
          <a:bodyPr/>
          <a:lstStyle/>
          <a:p>
            <a:r>
              <a:t>3 | Communication</a:t>
            </a:r>
          </a:p>
        </p:txBody>
      </p:sp>
      <p:sp>
        <p:nvSpPr>
          <p:cNvPr id="4" name="TextBox 3"/>
          <p:cNvSpPr txBox="1"/>
          <p:nvPr/>
        </p:nvSpPr>
        <p:spPr>
          <a:xfrm>
            <a:off x="548640" y="2011680"/>
            <a:ext cx="11094720" cy="1280160"/>
          </a:xfrm>
          <a:prstGeom prst="rect">
            <a:avLst/>
          </a:prstGeom>
          <a:noFill/>
        </p:spPr>
        <p:txBody>
          <a:bodyPr wrap="square">
            <a:spAutoFit/>
          </a:bodyPr>
          <a:lstStyle/>
          <a:p>
            <a:pPr>
              <a:lnSpc>
                <a:spcPct val="130000"/>
              </a:lnSpc>
              <a:spcAft>
                <a:spcPts val="900"/>
              </a:spcAft>
              <a:defRPr sz="1800" b="0" i="0">
                <a:latin typeface="Arial"/>
              </a:defRPr>
            </a:pPr>
            <a:r>
              <a:t>“Summarize this” is vague - no role, no audience, no shape. Before you settle for the generic answer, run your prompt through the Prompt Doctor:</a:t>
            </a:r>
          </a:p>
        </p:txBody>
      </p:sp>
      <p:sp>
        <p:nvSpPr>
          <p:cNvPr id="5" name="TextBox 4"/>
          <p:cNvSpPr txBox="1"/>
          <p:nvPr/>
        </p:nvSpPr>
        <p:spPr>
          <a:xfrm>
            <a:off x="548640" y="3383280"/>
            <a:ext cx="11094720" cy="1463040"/>
          </a:xfrm>
          <a:prstGeom prst="rect">
            <a:avLst/>
          </a:prstGeom>
          <a:noFill/>
        </p:spPr>
        <p:txBody>
          <a:bodyPr wrap="square">
            <a:spAutoFit/>
          </a:bodyPr>
          <a:lstStyle/>
          <a:p>
            <a:pPr>
              <a:spcAft>
                <a:spcPts val="1000"/>
              </a:spcAft>
            </a:pPr>
            <a:r>
              <a:rPr sz="2000" b="1" u="sng">
                <a:solidFill>
                  <a:srgbClr val="FF5700"/>
                </a:solidFill>
                <a:latin typeface="Arial"/>
                <a:hlinkClick r:id="rId2"/>
              </a:rPr>
              <a:t>Open the Prompt Doctor →</a:t>
            </a:r>
          </a:p>
          <a:p>
            <a:pPr>
              <a:lnSpc>
                <a:spcPct val="130000"/>
              </a:lnSpc>
              <a:spcAft>
                <a:spcPts val="750"/>
              </a:spcAft>
              <a:defRPr sz="1500" b="0" i="0">
                <a:latin typeface="Arial"/>
              </a:defRPr>
            </a:pPr>
            <a:r>
              <a:t>It checks the six things a strong prompt needs, tells you whether ICC or AIM fits, and rebuilds the prompt with you - one field at a time.</a:t>
            </a:r>
          </a:p>
          <a:p>
            <a:pPr>
              <a:lnSpc>
                <a:spcPct val="130000"/>
              </a:lnSpc>
              <a:spcAft>
                <a:spcPts val="650"/>
              </a:spcAft>
              <a:defRPr sz="1300" b="0" i="1">
                <a:latin typeface="Arial"/>
              </a:defRPr>
            </a:pPr>
            <a:r>
              <a:t>The Prompt Doctor itself is an Artifact - a small interactive tool built with Claude. You'll learn to make your own in Part 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Raw vs. improved</a:t>
            </a:r>
          </a:p>
        </p:txBody>
      </p:sp>
      <p:sp>
        <p:nvSpPr>
          <p:cNvPr id="3" name="Text Placeholder 2"/>
          <p:cNvSpPr>
            <a:spLocks noGrp="1"/>
          </p:cNvSpPr>
          <p:nvPr>
            <p:ph type="body" idx="13" sz="quarter"/>
          </p:nvPr>
        </p:nvSpPr>
        <p:spPr/>
        <p:txBody>
          <a:bodyPr/>
          <a:lstStyle/>
          <a:p>
            <a:r>
              <a:t>3 | Communication</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Raw prompt</a:t>
            </a:r>
          </a:p>
          <a:p>
            <a:pPr>
              <a:spcAft>
                <a:spcPts val="800"/>
              </a:spcAft>
              <a:defRPr sz="1300">
                <a:solidFill>
                  <a:srgbClr val="000000"/>
                </a:solidFill>
                <a:latin typeface="Arial"/>
              </a:defRPr>
            </a:pPr>
            <a:r>
              <a:t>• “Summarize this”</a:t>
            </a:r>
          </a:p>
          <a:p>
            <a:pPr>
              <a:spcAft>
                <a:spcPts val="800"/>
              </a:spcAft>
              <a:defRPr sz="1300">
                <a:solidFill>
                  <a:srgbClr val="000000"/>
                </a:solidFill>
                <a:latin typeface="Arial"/>
              </a:defRPr>
            </a:pPr>
            <a:r>
              <a:t>• A generic, whole-deck summary</a:t>
            </a:r>
          </a:p>
          <a:p>
            <a:pPr>
              <a:spcAft>
                <a:spcPts val="800"/>
              </a:spcAft>
              <a:defRPr sz="1300">
                <a:solidFill>
                  <a:srgbClr val="000000"/>
                </a:solidFill>
                <a:latin typeface="Arial"/>
              </a:defRPr>
            </a:pPr>
            <a:r>
              <a:t>• Correct - but not useful to anyone in particular</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Improved (ICC / AIM)</a:t>
            </a:r>
          </a:p>
          <a:p>
            <a:pPr>
              <a:spcAft>
                <a:spcPts val="800"/>
              </a:spcAft>
              <a:defRPr sz="1300">
                <a:solidFill>
                  <a:srgbClr val="000000"/>
                </a:solidFill>
                <a:latin typeface="Arial"/>
              </a:defRPr>
            </a:pPr>
            <a:r>
              <a:t>• A role, an audience, and a shape added</a:t>
            </a:r>
          </a:p>
          <a:p>
            <a:pPr>
              <a:spcAft>
                <a:spcPts val="800"/>
              </a:spcAft>
              <a:defRPr sz="1300">
                <a:solidFill>
                  <a:srgbClr val="000000"/>
                </a:solidFill>
                <a:latin typeface="Arial"/>
              </a:defRPr>
            </a:pPr>
            <a:r>
              <a:t>• “...for a friend who missed class, in 4 plain bullets”</a:t>
            </a:r>
          </a:p>
          <a:p>
            <a:pPr>
              <a:spcAft>
                <a:spcPts val="800"/>
              </a:spcAft>
              <a:defRPr sz="1300">
                <a:solidFill>
                  <a:srgbClr val="000000"/>
                </a:solidFill>
                <a:latin typeface="Arial"/>
              </a:defRPr>
            </a:pPr>
            <a:r>
              <a:t>• Scoped, ordered, actually usable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Stop trying hard to speak AI's language. Make AI work to understand you.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a:t>
            </a:r>
          </a:p>
        </p:txBody>
      </p:sp>
      <p:sp>
        <p:nvSpPr>
          <p:cNvPr id="3" name="Text Placeholder 2"/>
          <p:cNvSpPr>
            <a:spLocks noGrp="1"/>
          </p:cNvSpPr>
          <p:nvPr>
            <p:ph type="body" idx="10" sz="quarter"/>
          </p:nvPr>
        </p:nvSpPr>
        <p:spPr/>
        <p:txBody>
          <a:bodyPr/>
          <a:lstStyle/>
          <a:p>
            <a:r>
              <a:t>Projects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 repaste this every time</a:t>
            </a:r>
          </a:p>
        </p:txBody>
      </p:sp>
      <p:sp>
        <p:nvSpPr>
          <p:cNvPr id="3" name="Text Placeholder 2"/>
          <p:cNvSpPr>
            <a:spLocks noGrp="1"/>
          </p:cNvSpPr>
          <p:nvPr>
            <p:ph type="body" idx="13" sz="quarter"/>
          </p:nvPr>
        </p:nvSpPr>
        <p:spPr/>
        <p:txBody>
          <a:bodyPr/>
          <a:lstStyle/>
          <a:p>
            <a:r>
              <a:t>4 | Projects</a:t>
            </a:r>
          </a:p>
        </p:txBody>
      </p:sp>
      <p:sp>
        <p:nvSpPr>
          <p:cNvPr id="4" name="TextBox 3"/>
          <p:cNvSpPr txBox="1"/>
          <p:nvPr/>
        </p:nvSpPr>
        <p:spPr>
          <a:xfrm>
            <a:off x="548640" y="1920240"/>
            <a:ext cx="11094720" cy="1188720"/>
          </a:xfrm>
          <a:prstGeom prst="rect">
            <a:avLst/>
          </a:prstGeom>
          <a:noFill/>
        </p:spPr>
        <p:txBody>
          <a:bodyPr wrap="square">
            <a:spAutoFit/>
          </a:bodyPr>
          <a:lstStyle/>
          <a:p>
            <a:pPr>
              <a:lnSpc>
                <a:spcPct val="130000"/>
              </a:lnSpc>
              <a:spcAft>
                <a:spcPts val="900"/>
              </a:spcAft>
              <a:defRPr sz="1800" b="0" i="0">
                <a:latin typeface="Arial"/>
              </a:defRPr>
            </a:pPr>
            <a:r>
              <a:t>Every new chat starts blank. You explain again who you are, your tone, and your rules... over and over.</a:t>
            </a:r>
          </a:p>
        </p:txBody>
      </p:sp>
      <p:sp>
        <p:nvSpPr>
          <p:cNvPr id="5" name="TextBox 4"/>
          <p:cNvSpPr txBox="1"/>
          <p:nvPr/>
        </p:nvSpPr>
        <p:spPr>
          <a:xfrm>
            <a:off x="548640" y="3108960"/>
            <a:ext cx="11094720" cy="2011680"/>
          </a:xfrm>
          <a:prstGeom prst="rect">
            <a:avLst/>
          </a:prstGeom>
          <a:noFill/>
        </p:spPr>
        <p:txBody>
          <a:bodyPr wrap="square">
            <a:spAutoFit/>
          </a:bodyPr>
          <a:lstStyle/>
          <a:p>
            <a:pPr>
              <a:lnSpc>
                <a:spcPct val="130000"/>
              </a:lnSpc>
              <a:spcAft>
                <a:spcPts val="800"/>
              </a:spcAft>
              <a:defRPr sz="1600" b="0" i="1">
                <a:latin typeface="Arial"/>
              </a:defRPr>
            </a:pPr>
            <a:r>
              <a:t>Starting a chat from zero each time is like hiring a new employee every day and spending the first hour bringing them up to speed. The cost isn't visible, but it's there: wasted time, and an AI that never reaches its full potential.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Chat vs. Project</a:t>
            </a:r>
          </a:p>
        </p:txBody>
      </p:sp>
      <p:sp>
        <p:nvSpPr>
          <p:cNvPr id="3" name="Text Placeholder 2"/>
          <p:cNvSpPr>
            <a:spLocks noGrp="1"/>
          </p:cNvSpPr>
          <p:nvPr>
            <p:ph type="body" idx="13" sz="quarter"/>
          </p:nvPr>
        </p:nvSpPr>
        <p:spPr/>
        <p:txBody>
          <a:bodyPr/>
          <a:lstStyle/>
          <a:p>
            <a:r>
              <a:t>4 | Projects</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Regular chat</a:t>
            </a:r>
          </a:p>
          <a:p>
            <a:pPr>
              <a:spcAft>
                <a:spcPts val="800"/>
              </a:spcAft>
              <a:defRPr sz="1300">
                <a:solidFill>
                  <a:srgbClr val="000000"/>
                </a:solidFill>
                <a:latin typeface="Arial"/>
              </a:defRPr>
            </a:pPr>
            <a:r>
              <a:t>• Starts blank every time</a:t>
            </a:r>
          </a:p>
          <a:p>
            <a:pPr>
              <a:spcAft>
                <a:spcPts val="800"/>
              </a:spcAft>
              <a:defRPr sz="1300">
                <a:solidFill>
                  <a:srgbClr val="000000"/>
                </a:solidFill>
                <a:latin typeface="Arial"/>
              </a:defRPr>
            </a:pPr>
            <a:r>
              <a:t>• You repeat your context and instructions</a:t>
            </a:r>
          </a:p>
          <a:p>
            <a:pPr>
              <a:spcAft>
                <a:spcPts val="800"/>
              </a:spcAft>
              <a:defRPr sz="1300">
                <a:solidFill>
                  <a:srgbClr val="000000"/>
                </a:solidFill>
                <a:latin typeface="Arial"/>
              </a:defRPr>
            </a:pPr>
            <a:r>
              <a:t>• Closing it, AI forgets everything</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 Project</a:t>
            </a:r>
          </a:p>
          <a:p>
            <a:pPr>
              <a:spcAft>
                <a:spcPts val="800"/>
              </a:spcAft>
              <a:defRPr sz="1300">
                <a:solidFill>
                  <a:srgbClr val="000000"/>
                </a:solidFill>
                <a:latin typeface="Arial"/>
              </a:defRPr>
            </a:pPr>
            <a:r>
              <a:t>• Your style and rules already “baked in”</a:t>
            </a:r>
          </a:p>
          <a:p>
            <a:pPr>
              <a:spcAft>
                <a:spcPts val="800"/>
              </a:spcAft>
              <a:defRPr sz="1300">
                <a:solidFill>
                  <a:srgbClr val="000000"/>
                </a:solidFill>
                <a:latin typeface="Arial"/>
              </a:defRPr>
            </a:pPr>
            <a:r>
              <a:t>• Your documents live inside, anchored</a:t>
            </a:r>
          </a:p>
          <a:p>
            <a:pPr>
              <a:spcAft>
                <a:spcPts val="800"/>
              </a:spcAft>
              <a:defRPr sz="1300">
                <a:solidFill>
                  <a:srgbClr val="000000"/>
                </a:solidFill>
                <a:latin typeface="Arial"/>
              </a:defRPr>
            </a:pPr>
            <a:r>
              <a:t>• Persistent knowledge - you stop re-explaining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4 | Projects</a:t>
            </a:r>
          </a:p>
        </p:txBody>
      </p:sp>
      <p:sp>
        <p:nvSpPr>
          <p:cNvPr id="4" name="Text Placeholder 3"/>
          <p:cNvSpPr>
            <a:spLocks noGrp="1"/>
          </p:cNvSpPr>
          <p:nvPr>
            <p:ph type="body" idx="27" sz="quarter"/>
          </p:nvPr>
        </p:nvSpPr>
        <p:spPr/>
        <p:txBody>
          <a:bodyPr/>
          <a:lstStyle/>
          <a:p>
            <a:r>
              <a:t>Instructions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Its role, your tone, and the format rules it should always follow.</a:t>
            </a:r>
          </a:p>
        </p:txBody>
      </p:sp>
      <p:sp>
        <p:nvSpPr>
          <p:cNvPr id="6" name="Text Placeholder 5"/>
          <p:cNvSpPr>
            <a:spLocks noGrp="1"/>
          </p:cNvSpPr>
          <p:nvPr>
            <p:ph type="body" idx="29" sz="quarter"/>
          </p:nvPr>
        </p:nvSpPr>
        <p:spPr/>
        <p:txBody>
          <a:bodyPr/>
          <a:lstStyle/>
          <a:p>
            <a:r>
              <a:t>Sources</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Notes, PDFs, guides, images - the base knowledge it draws from.</a:t>
            </a:r>
          </a:p>
        </p:txBody>
      </p:sp>
      <p:sp>
        <p:nvSpPr>
          <p:cNvPr id="8" name="Text Placeholder 7"/>
          <p:cNvSpPr>
            <a:spLocks noGrp="1"/>
          </p:cNvSpPr>
          <p:nvPr>
            <p:ph type="body" idx="31" sz="quarter"/>
          </p:nvPr>
        </p:nvSpPr>
        <p:spPr/>
        <p:txBody>
          <a:bodyPr/>
          <a:lstStyle/>
          <a:p>
            <a:r>
              <a:t>Isolated memory</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One project's stuff doesn't contaminate another's. Shareable with your group to work from the same base.</a:t>
            </a:r>
          </a:p>
        </p:txBody>
      </p:sp>
      <p:sp>
        <p:nvSpPr>
          <p:cNvPr id="10" name="Title 9"/>
          <p:cNvSpPr>
            <a:spLocks noGrp="1"/>
          </p:cNvSpPr>
          <p:nvPr>
            <p:ph type="title"/>
          </p:nvPr>
        </p:nvSpPr>
        <p:spPr/>
        <p:txBody>
          <a:bodyPr/>
          <a:lstStyle/>
          <a:p>
            <a:r>
              <a:t>A thematic folder with memory</a:t>
            </a:r>
          </a:p>
        </p:txBody>
      </p:sp>
      <p:sp>
        <p:nvSpPr>
          <p:cNvPr id="11" name="TextBox 10"/>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New to this in Claude? </a:t>
            </a:r>
            <a:r>
              <a:rPr sz="1100" u="sng">
                <a:solidFill>
                  <a:srgbClr val="FF5700"/>
                </a:solidFill>
                <a:latin typeface="Arial"/>
                <a:hlinkClick r:id="rId2"/>
              </a:rPr>
              <a:t>Watch</a:t>
            </a:r>
            <a:r>
              <a:rPr sz="1100">
                <a:solidFill>
                  <a:srgbClr val="1A1F6C"/>
                </a:solidFill>
                <a:latin typeface="Arial"/>
              </a:rPr>
              <a:t>  ·  </a:t>
            </a:r>
            <a:r>
              <a:rPr sz="1100" u="sng">
                <a:solidFill>
                  <a:srgbClr val="FF5700"/>
                </a:solidFill>
                <a:latin typeface="Arial"/>
                <a:hlinkClick r:id="rId3"/>
              </a:rPr>
              <a:t>Read</a:t>
            </a:r>
            <a:r>
              <a:rPr sz="1100">
                <a:solidFill>
                  <a:srgbClr val="1A1F6C"/>
                </a:solidFill>
                <a:latin typeface="Arial"/>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flow</a:t>
            </a:r>
          </a:p>
        </p:txBody>
      </p:sp>
      <p:sp>
        <p:nvSpPr>
          <p:cNvPr id="3" name="Text Placeholder 2"/>
          <p:cNvSpPr>
            <a:spLocks noGrp="1"/>
          </p:cNvSpPr>
          <p:nvPr>
            <p:ph type="body" idx="13" sz="quarter"/>
          </p:nvPr>
        </p:nvSpPr>
        <p:spPr/>
        <p:txBody>
          <a:bodyPr/>
          <a:lstStyle/>
          <a:p>
            <a:r>
              <a:t>4 | Projects</a:t>
            </a:r>
          </a:p>
        </p:txBody>
      </p:sp>
      <p:sp>
        <p:nvSpPr>
          <p:cNvPr id="4" name="Rounded Rectangle 3"/>
          <p:cNvSpPr/>
          <p:nvPr/>
        </p:nvSpPr>
        <p:spPr>
          <a:xfrm>
            <a:off x="548640" y="2560320"/>
            <a:ext cx="345440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Data</a:t>
            </a:r>
          </a:p>
          <a:p>
            <a:pPr algn="ctr">
              <a:defRPr sz="1100">
                <a:solidFill>
                  <a:srgbClr val="000000"/>
                </a:solidFill>
                <a:latin typeface="Arial"/>
              </a:defRPr>
            </a:pPr>
            <a:r>
              <a:t>PDF, Excel, voice, image</a:t>
            </a:r>
          </a:p>
        </p:txBody>
      </p:sp>
      <p:sp>
        <p:nvSpPr>
          <p:cNvPr id="5" name="Right Arrow 4"/>
          <p:cNvSpPr/>
          <p:nvPr/>
        </p:nvSpPr>
        <p:spPr>
          <a:xfrm>
            <a:off x="4003040"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68800" y="2560320"/>
            <a:ext cx="345440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Project</a:t>
            </a:r>
          </a:p>
          <a:p>
            <a:pPr algn="ctr">
              <a:defRPr sz="1100">
                <a:solidFill>
                  <a:srgbClr val="000000"/>
                </a:solidFill>
                <a:latin typeface="Arial"/>
              </a:defRPr>
            </a:pPr>
            <a:r>
              <a:t>Processes it with your context</a:t>
            </a:r>
          </a:p>
        </p:txBody>
      </p:sp>
      <p:sp>
        <p:nvSpPr>
          <p:cNvPr id="7" name="Right Arrow 6"/>
          <p:cNvSpPr/>
          <p:nvPr/>
        </p:nvSpPr>
        <p:spPr>
          <a:xfrm>
            <a:off x="7823200"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88960" y="2560320"/>
            <a:ext cx="3454400"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Deliverable</a:t>
            </a:r>
          </a:p>
          <a:p>
            <a:pPr algn="ctr">
              <a:defRPr sz="1100">
                <a:solidFill>
                  <a:srgbClr val="000000"/>
                </a:solidFill>
                <a:latin typeface="Arial"/>
              </a:defRPr>
            </a:pPr>
            <a:r>
              <a:t>Summary, guide, or outline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4 | Projects</a:t>
            </a:r>
          </a:p>
        </p:txBody>
      </p:sp>
      <p:sp>
        <p:nvSpPr>
          <p:cNvPr id="4" name="Text Placeholder 3"/>
          <p:cNvSpPr>
            <a:spLocks noGrp="1"/>
          </p:cNvSpPr>
          <p:nvPr>
            <p:ph type="body" idx="27" sz="quarter"/>
          </p:nvPr>
        </p:nvSpPr>
        <p:spPr/>
        <p:txBody>
          <a:bodyPr/>
          <a:lstStyle/>
          <a:p>
            <a:r>
              <a:t>Not assistant</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A Project handles several tasks on one topic. One repetitive task is a different tool - that's Part 5 (Assistants).</a:t>
            </a:r>
          </a:p>
        </p:txBody>
      </p:sp>
      <p:sp>
        <p:nvSpPr>
          <p:cNvPr id="6" name="Text Placeholder 5"/>
          <p:cNvSpPr>
            <a:spLocks noGrp="1"/>
          </p:cNvSpPr>
          <p:nvPr>
            <p:ph type="body" idx="29" sz="quarter"/>
          </p:nvPr>
        </p:nvSpPr>
        <p:spPr/>
        <p:txBody>
          <a:bodyPr/>
          <a:lstStyle/>
          <a:p>
            <a:r>
              <a:t>Not a drive</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A folder remembers where files are; a Project remembers how you work. Configure rules and tone, not just upload stuff.</a:t>
            </a:r>
          </a:p>
        </p:txBody>
      </p:sp>
      <p:sp>
        <p:nvSpPr>
          <p:cNvPr id="8" name="Text Placeholder 7"/>
          <p:cNvSpPr>
            <a:spLocks noGrp="1"/>
          </p:cNvSpPr>
          <p:nvPr>
            <p:ph type="body" idx="31" sz="quarter"/>
          </p:nvPr>
        </p:nvSpPr>
        <p:spPr/>
        <p:txBody>
          <a:bodyPr/>
          <a:lstStyle/>
          <a:p>
            <a:r>
              <a:t>Hidden cost</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Starting from zero each time seems free. It's not - it's the 'employee' who loses their memory daily.</a:t>
            </a:r>
          </a:p>
        </p:txBody>
      </p:sp>
      <p:sp>
        <p:nvSpPr>
          <p:cNvPr id="10" name="Title 9"/>
          <p:cNvSpPr>
            <a:spLocks noGrp="1"/>
          </p:cNvSpPr>
          <p:nvPr>
            <p:ph type="title"/>
          </p:nvPr>
        </p:nvSpPr>
        <p:spPr/>
        <p:txBody>
          <a:bodyPr/>
          <a:lstStyle/>
          <a:p>
            <a:r>
              <a:t>What's hardest to understand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4 | Projects</a:t>
            </a:r>
          </a:p>
        </p:txBody>
      </p:sp>
      <p:sp>
        <p:nvSpPr>
          <p:cNvPr id="4" name="Text Placeholder 3"/>
          <p:cNvSpPr>
            <a:spLocks noGrp="1"/>
          </p:cNvSpPr>
          <p:nvPr>
            <p:ph type="body" idx="27" sz="quarter"/>
          </p:nvPr>
        </p:nvSpPr>
        <p:spPr/>
        <p:txBody>
          <a:bodyPr/>
          <a:lstStyle/>
          <a:p>
            <a:r>
              <a:t>Not just text</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A live, testable canvas that sits next to the chat - a real quiz, a flashcard deck, a diagram, not just words.</a:t>
            </a:r>
          </a:p>
        </p:txBody>
      </p:sp>
      <p:sp>
        <p:nvSpPr>
          <p:cNvPr id="6" name="Text Placeholder 5"/>
          <p:cNvSpPr>
            <a:spLocks noGrp="1"/>
          </p:cNvSpPr>
          <p:nvPr>
            <p:ph type="body" idx="29" sz="quarter"/>
          </p:nvPr>
        </p:nvSpPr>
        <p:spPr/>
        <p:txBody>
          <a:bodyPr/>
          <a:lstStyle/>
          <a:p>
            <a:r>
              <a:t>Built from data</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Ask for one from inside your Project, and it draws on the sources you've already uploaded.</a:t>
            </a:r>
          </a:p>
        </p:txBody>
      </p:sp>
      <p:sp>
        <p:nvSpPr>
          <p:cNvPr id="8" name="Text Placeholder 7"/>
          <p:cNvSpPr>
            <a:spLocks noGrp="1"/>
          </p:cNvSpPr>
          <p:nvPr>
            <p:ph type="body" idx="31" sz="quarter"/>
          </p:nvPr>
        </p:nvSpPr>
        <p:spPr/>
        <p:txBody>
          <a:bodyPr/>
          <a:lstStyle/>
          <a:p>
            <a:r>
              <a:t>Yours to keep</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Download it, keep it in the Project, or come back to it anytime.</a:t>
            </a:r>
          </a:p>
        </p:txBody>
      </p:sp>
      <p:sp>
        <p:nvSpPr>
          <p:cNvPr id="10" name="Title 9"/>
          <p:cNvSpPr>
            <a:spLocks noGrp="1"/>
          </p:cNvSpPr>
          <p:nvPr>
            <p:ph type="title"/>
          </p:nvPr>
        </p:nvSpPr>
        <p:spPr/>
        <p:txBody>
          <a:bodyPr/>
          <a:lstStyle/>
          <a:p>
            <a:r>
              <a:t>Meet Artifacts</a:t>
            </a:r>
          </a:p>
        </p:txBody>
      </p:sp>
      <p:sp>
        <p:nvSpPr>
          <p:cNvPr id="11" name="TextBox 10"/>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New to this in Claude? </a:t>
            </a:r>
            <a:r>
              <a:rPr sz="1100" u="sng">
                <a:solidFill>
                  <a:srgbClr val="FF5700"/>
                </a:solidFill>
                <a:latin typeface="Arial"/>
                <a:hlinkClick r:id="rId3"/>
              </a:rPr>
              <a:t>Watch</a:t>
            </a:r>
            <a:r>
              <a:rPr sz="1100">
                <a:solidFill>
                  <a:srgbClr val="1A1F6C"/>
                </a:solidFill>
                <a:latin typeface="Arial"/>
              </a:rPr>
              <a:t>  ·  </a:t>
            </a:r>
            <a:r>
              <a:rPr sz="1100" u="sng">
                <a:solidFill>
                  <a:srgbClr val="FF5700"/>
                </a:solidFill>
                <a:latin typeface="Arial"/>
                <a:hlinkClick r:id="rId4"/>
              </a:rPr>
              <a:t>Read</a:t>
            </a:r>
            <a:r>
              <a:rPr sz="1100">
                <a:solidFill>
                  <a:srgbClr val="1A1F6C"/>
                </a:solidFill>
                <a:latin typeface="Arial"/>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build one together</a:t>
            </a:r>
          </a:p>
        </p:txBody>
      </p:sp>
      <p:sp>
        <p:nvSpPr>
          <p:cNvPr id="3" name="Text Placeholder 2"/>
          <p:cNvSpPr>
            <a:spLocks noGrp="1"/>
          </p:cNvSpPr>
          <p:nvPr>
            <p:ph type="body" idx="13" sz="quarter"/>
          </p:nvPr>
        </p:nvSpPr>
        <p:spPr/>
        <p:txBody>
          <a:bodyPr/>
          <a:lstStyle/>
          <a:p>
            <a:r>
              <a:t>4 | Projects</a:t>
            </a:r>
          </a:p>
        </p:txBody>
      </p:sp>
      <p:sp>
        <p:nvSpPr>
          <p:cNvPr id="4" name="TextBox 3"/>
          <p:cNvSpPr txBox="1"/>
          <p:nvPr/>
        </p:nvSpPr>
        <p:spPr>
          <a:xfrm>
            <a:off x="548640" y="2103120"/>
            <a:ext cx="11094720" cy="3200400"/>
          </a:xfrm>
          <a:prstGeom prst="rect">
            <a:avLst/>
          </a:prstGeom>
          <a:noFill/>
        </p:spPr>
        <p:txBody>
          <a:bodyPr wrap="square">
            <a:spAutoFit/>
          </a:bodyPr>
          <a:lstStyle/>
          <a:p>
            <a:pPr>
              <a:lnSpc>
                <a:spcPct val="130000"/>
              </a:lnSpc>
              <a:spcAft>
                <a:spcPts val="900"/>
              </a:spcAft>
              <a:defRPr sz="1800" b="0" i="0">
                <a:latin typeface="Arial"/>
              </a:defRPr>
            </a:pPr>
            <a:r>
              <a:t>1. Actor: “You're a quiz-maker for university courses”</a:t>
            </a:r>
          </a:p>
          <a:p>
            <a:pPr>
              <a:lnSpc>
                <a:spcPct val="130000"/>
              </a:lnSpc>
              <a:spcAft>
                <a:spcPts val="900"/>
              </a:spcAft>
              <a:defRPr sz="1800" b="0" i="0">
                <a:latin typeface="Arial"/>
              </a:defRPr>
            </a:pPr>
            <a:r>
              <a:t>2. Input: this course's syllabus</a:t>
            </a:r>
          </a:p>
          <a:p>
            <a:pPr>
              <a:lnSpc>
                <a:spcPct val="130000"/>
              </a:lnSpc>
              <a:spcAft>
                <a:spcPts val="900"/>
              </a:spcAft>
              <a:defRPr sz="1800" b="0" i="0">
                <a:latin typeface="Arial"/>
              </a:defRPr>
            </a:pPr>
            <a:r>
              <a:t>3. Mission: “a 5-question self-scoring practice quiz about this course's assessment structure”</a:t>
            </a:r>
          </a:p>
          <a:p>
            <a:pPr>
              <a:lnSpc>
                <a:spcPct val="130000"/>
              </a:lnSpc>
              <a:spcAft>
                <a:spcPts val="900"/>
              </a:spcAft>
              <a:defRPr sz="1800" b="0" i="0">
                <a:latin typeface="Arial"/>
              </a:defRPr>
            </a:pPr>
            <a:r>
              <a:t>4. Constraint: ask for it as an Artifact, not just a text answer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turn</a:t>
            </a:r>
          </a:p>
        </p:txBody>
      </p:sp>
      <p:sp>
        <p:nvSpPr>
          <p:cNvPr id="3" name="Text Placeholder 2"/>
          <p:cNvSpPr>
            <a:spLocks noGrp="1"/>
          </p:cNvSpPr>
          <p:nvPr>
            <p:ph type="body" idx="13" sz="quarter"/>
          </p:nvPr>
        </p:nvSpPr>
        <p:spPr/>
        <p:txBody>
          <a:bodyPr/>
          <a:lstStyle/>
          <a:p>
            <a:r>
              <a:t>4 | Projects</a:t>
            </a:r>
          </a:p>
        </p:txBody>
      </p:sp>
      <p:sp>
        <p:nvSpPr>
          <p:cNvPr id="4" name="TextBox 3"/>
          <p:cNvSpPr txBox="1"/>
          <p:nvPr/>
        </p:nvSpPr>
        <p:spPr>
          <a:xfrm>
            <a:off x="548640" y="2103120"/>
            <a:ext cx="11094720" cy="2286000"/>
          </a:xfrm>
          <a:prstGeom prst="rect">
            <a:avLst/>
          </a:prstGeom>
          <a:noFill/>
        </p:spPr>
        <p:txBody>
          <a:bodyPr wrap="square">
            <a:spAutoFit/>
          </a:bodyPr>
          <a:lstStyle/>
          <a:p>
            <a:pPr>
              <a:lnSpc>
                <a:spcPct val="130000"/>
              </a:lnSpc>
              <a:spcAft>
                <a:spcPts val="1000"/>
              </a:spcAft>
              <a:defRPr sz="2000" b="0" i="0">
                <a:latin typeface="Arial"/>
              </a:defRPr>
            </a:pPr>
            <a:r>
              <a:t>Create a Project for a course you're actually taking. Upload your real notes. Then ask for a self-scoring quiz or flashcard set from those notes - AIM again. Keep it: this is now a real study tool for that course, not just today's exercise.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folder remembers where your files are. A Project remembers who you are, what matters to you, and how you think. Projects don't organize files - they organize behavior.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a:t>
            </a:r>
          </a:p>
        </p:txBody>
      </p:sp>
      <p:sp>
        <p:nvSpPr>
          <p:cNvPr id="3" name="Text Placeholder 2"/>
          <p:cNvSpPr>
            <a:spLocks noGrp="1"/>
          </p:cNvSpPr>
          <p:nvPr>
            <p:ph type="body" idx="10" sz="quarter"/>
          </p:nvPr>
        </p:nvSpPr>
        <p:spPr/>
        <p:txBody>
          <a:bodyPr/>
          <a:lstStyle/>
          <a:p>
            <a:r>
              <a:t>Assistants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 not Repeat Yourself (DRY)</a:t>
            </a:r>
          </a:p>
        </p:txBody>
      </p:sp>
      <p:sp>
        <p:nvSpPr>
          <p:cNvPr id="3" name="Text Placeholder 2"/>
          <p:cNvSpPr>
            <a:spLocks noGrp="1"/>
          </p:cNvSpPr>
          <p:nvPr>
            <p:ph type="body" idx="13" sz="quarter"/>
          </p:nvPr>
        </p:nvSpPr>
        <p:spPr/>
        <p:txBody>
          <a:bodyPr/>
          <a:lstStyle/>
          <a:p>
            <a:r>
              <a:t>5 | Assistants</a:t>
            </a:r>
          </a:p>
        </p:txBody>
      </p:sp>
      <p:sp>
        <p:nvSpPr>
          <p:cNvPr id="4" name="TextBox 3"/>
          <p:cNvSpPr txBox="1"/>
          <p:nvPr/>
        </p:nvSpPr>
        <p:spPr>
          <a:xfrm>
            <a:off x="548640" y="1920240"/>
            <a:ext cx="11094720" cy="1005840"/>
          </a:xfrm>
          <a:prstGeom prst="rect">
            <a:avLst/>
          </a:prstGeom>
          <a:noFill/>
        </p:spPr>
        <p:txBody>
          <a:bodyPr wrap="square">
            <a:spAutoFit/>
          </a:bodyPr>
          <a:lstStyle/>
          <a:p>
            <a:pPr>
              <a:lnSpc>
                <a:spcPct val="130000"/>
              </a:lnSpc>
              <a:spcAft>
                <a:spcPts val="1000"/>
              </a:spcAft>
              <a:defRPr sz="2000" b="0" i="0">
                <a:latin typeface="Arial"/>
              </a:defRPr>
            </a:pPr>
            <a:r>
              <a:t>When a task is always the same, stop retyping long instructions - package it once and reuse it.</a:t>
            </a:r>
          </a:p>
        </p:txBody>
      </p:sp>
      <p:sp>
        <p:nvSpPr>
          <p:cNvPr id="5" name="TextBox 4"/>
          <p:cNvSpPr txBox="1"/>
          <p:nvPr/>
        </p:nvSpPr>
        <p:spPr>
          <a:xfrm>
            <a:off x="548640" y="2926080"/>
            <a:ext cx="11094720" cy="1371600"/>
          </a:xfrm>
          <a:prstGeom prst="rect">
            <a:avLst/>
          </a:prstGeom>
          <a:noFill/>
        </p:spPr>
        <p:txBody>
          <a:bodyPr wrap="square">
            <a:spAutoFit/>
          </a:bodyPr>
          <a:lstStyle/>
          <a:p>
            <a:pPr>
              <a:lnSpc>
                <a:spcPct val="130000"/>
              </a:lnSpc>
              <a:spcAft>
                <a:spcPts val="800"/>
              </a:spcAft>
              <a:defRPr sz="1600" b="0" i="0">
                <a:latin typeface="Arial"/>
              </a:defRPr>
            </a:pPr>
            <a:r>
              <a:t>•  The summary of every reading.</a:t>
            </a:r>
          </a:p>
          <a:p>
            <a:pPr>
              <a:lnSpc>
                <a:spcPct val="130000"/>
              </a:lnSpc>
              <a:spcAft>
                <a:spcPts val="800"/>
              </a:spcAft>
              <a:defRPr sz="1600" b="0" i="0">
                <a:latin typeface="Arial"/>
              </a:defRPr>
            </a:pPr>
            <a:r>
              <a:t>•  Correcting every draft.</a:t>
            </a:r>
          </a:p>
          <a:p>
            <a:pPr>
              <a:lnSpc>
                <a:spcPct val="130000"/>
              </a:lnSpc>
              <a:spcAft>
                <a:spcPts val="800"/>
              </a:spcAft>
              <a:defRPr sz="1600" b="0" i="0">
                <a:latin typeface="Arial"/>
              </a:defRPr>
            </a:pPr>
            <a:r>
              <a:t>•  Answering the same recurring question.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vs. Skill</a:t>
            </a:r>
          </a:p>
        </p:txBody>
      </p:sp>
      <p:sp>
        <p:nvSpPr>
          <p:cNvPr id="3" name="Text Placeholder 2"/>
          <p:cNvSpPr>
            <a:spLocks noGrp="1"/>
          </p:cNvSpPr>
          <p:nvPr>
            <p:ph type="body" idx="13" sz="quarter"/>
          </p:nvPr>
        </p:nvSpPr>
        <p:spPr/>
        <p:txBody>
          <a:bodyPr/>
          <a:lstStyle/>
          <a:p>
            <a:r>
              <a:t>5 | Assistants</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Project</a:t>
            </a:r>
          </a:p>
          <a:p>
            <a:pPr>
              <a:spcAft>
                <a:spcPts val="800"/>
              </a:spcAft>
              <a:defRPr sz="1300">
                <a:solidFill>
                  <a:srgbClr val="000000"/>
                </a:solidFill>
                <a:latin typeface="Arial"/>
              </a:defRPr>
            </a:pPr>
            <a:r>
              <a:t>• Several distinct tasks on one topic</a:t>
            </a:r>
          </a:p>
          <a:p>
            <a:pPr>
              <a:spcAft>
                <a:spcPts val="800"/>
              </a:spcAft>
              <a:defRPr sz="1300">
                <a:solidFill>
                  <a:srgbClr val="000000"/>
                </a:solidFill>
                <a:latin typeface="Arial"/>
              </a:defRPr>
            </a:pPr>
            <a:r>
              <a:t>• Example: organize an entire course - notes, practices, doubts, calendar</a:t>
            </a:r>
          </a:p>
          <a:p>
            <a:pPr>
              <a:spcAft>
                <a:spcPts val="800"/>
              </a:spcAft>
              <a:defRPr sz="1300">
                <a:solidFill>
                  <a:srgbClr val="000000"/>
                </a:solidFill>
                <a:latin typeface="Arial"/>
              </a:defRPr>
            </a:pPr>
            <a:r>
              <a:t>• You still steer each task</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Skill</a:t>
            </a:r>
          </a:p>
          <a:p>
            <a:pPr>
              <a:spcAft>
                <a:spcPts val="800"/>
              </a:spcAft>
              <a:defRPr sz="1300">
                <a:solidFill>
                  <a:srgbClr val="000000"/>
                </a:solidFill>
                <a:latin typeface="Arial"/>
              </a:defRPr>
            </a:pPr>
            <a:r>
              <a:t>• The same identical action, repeated</a:t>
            </a:r>
          </a:p>
          <a:p>
            <a:pPr>
              <a:spcAft>
                <a:spcPts val="800"/>
              </a:spcAft>
              <a:defRPr sz="1300">
                <a:solidFill>
                  <a:srgbClr val="000000"/>
                </a:solidFill>
                <a:latin typeface="Arial"/>
              </a:defRPr>
            </a:pPr>
            <a:r>
              <a:t>• Example: generate a summary of every reading, the same way each time</a:t>
            </a:r>
          </a:p>
          <a:p>
            <a:pPr>
              <a:spcAft>
                <a:spcPts val="800"/>
              </a:spcAft>
              <a:defRPr sz="1300">
                <a:solidFill>
                  <a:srgbClr val="000000"/>
                </a:solidFill>
                <a:latin typeface="Arial"/>
              </a:defRPr>
            </a:pPr>
            <a:r>
              <a:t>• It runs the same method on its own, every time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5 | Assistants</a:t>
            </a:r>
          </a:p>
        </p:txBody>
      </p:sp>
      <p:sp>
        <p:nvSpPr>
          <p:cNvPr id="4" name="Text Placeholder 3"/>
          <p:cNvSpPr>
            <a:spLocks noGrp="1"/>
          </p:cNvSpPr>
          <p:nvPr>
            <p:ph type="body" idx="27" sz="quarter"/>
          </p:nvPr>
        </p:nvSpPr>
        <p:spPr/>
        <p:txBody>
          <a:bodyPr/>
          <a:lstStyle/>
          <a:p>
            <a:r>
              <a:t>Fixed role</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Give it permanent behavior, not new instructions every time.</a:t>
            </a:r>
          </a:p>
        </p:txBody>
      </p:sp>
      <p:sp>
        <p:nvSpPr>
          <p:cNvPr id="6" name="Text Placeholder 5"/>
          <p:cNvSpPr>
            <a:spLocks noGrp="1"/>
          </p:cNvSpPr>
          <p:nvPr>
            <p:ph type="body" idx="29" sz="quarter"/>
          </p:nvPr>
        </p:nvSpPr>
        <p:spPr/>
        <p:txBody>
          <a:bodyPr/>
          <a:lstStyle/>
          <a:p>
            <a:r>
              <a:t>Reference docs</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Its anchored sources - it works with your information, not generic knowledge.</a:t>
            </a:r>
          </a:p>
        </p:txBody>
      </p:sp>
      <p:sp>
        <p:nvSpPr>
          <p:cNvPr id="8" name="Text Placeholder 7"/>
          <p:cNvSpPr>
            <a:spLocks noGrp="1"/>
          </p:cNvSpPr>
          <p:nvPr>
            <p:ph type="body" idx="31" sz="quarter"/>
          </p:nvPr>
        </p:nvSpPr>
        <p:spPr/>
        <p:txBody>
          <a:bodyPr/>
          <a:lstStyle/>
          <a:p>
            <a:r>
              <a:t>Default style</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Respects your output format, starts with the structure you've already decided.</a:t>
            </a:r>
          </a:p>
        </p:txBody>
      </p:sp>
      <p:sp>
        <p:nvSpPr>
          <p:cNvPr id="10" name="Title 9"/>
          <p:cNvSpPr>
            <a:spLocks noGrp="1"/>
          </p:cNvSpPr>
          <p:nvPr>
            <p:ph type="title"/>
          </p:nvPr>
        </p:nvSpPr>
        <p:spPr/>
        <p:txBody>
          <a:bodyPr/>
          <a:lstStyle/>
          <a:p>
            <a:r>
              <a:t>A preconfigured specialist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5 | Assistants</a:t>
            </a:r>
          </a:p>
        </p:txBody>
      </p:sp>
      <p:sp>
        <p:nvSpPr>
          <p:cNvPr id="4" name="Text Placeholder 3"/>
          <p:cNvSpPr>
            <a:spLocks noGrp="1"/>
          </p:cNvSpPr>
          <p:nvPr>
            <p:ph type="body" idx="27" sz="quarter"/>
          </p:nvPr>
        </p:nvSpPr>
        <p:spPr/>
        <p:txBody>
          <a:bodyPr/>
          <a:lstStyle/>
          <a:p>
            <a:r>
              <a:t>Evaluate</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Checks a prompt against the six things a strong one needs, and asks what's missing.</a:t>
            </a:r>
          </a:p>
        </p:txBody>
      </p:sp>
      <p:sp>
        <p:nvSpPr>
          <p:cNvPr id="6" name="Text Placeholder 5"/>
          <p:cNvSpPr>
            <a:spLocks noGrp="1"/>
          </p:cNvSpPr>
          <p:nvPr>
            <p:ph type="body" idx="29" sz="quarter"/>
          </p:nvPr>
        </p:nvSpPr>
        <p:spPr/>
        <p:txBody>
          <a:bodyPr/>
          <a:lstStyle/>
          <a:p>
            <a:r>
              <a:t>Rewrite to ICC</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Turns a from-scratch request into a clean Instructions-Context-Constraints prompt.</a:t>
            </a:r>
          </a:p>
        </p:txBody>
      </p:sp>
      <p:sp>
        <p:nvSpPr>
          <p:cNvPr id="8" name="Text Placeholder 7"/>
          <p:cNvSpPr>
            <a:spLocks noGrp="1"/>
          </p:cNvSpPr>
          <p:nvPr>
            <p:ph type="body" idx="31" sz="quarter"/>
          </p:nvPr>
        </p:nvSpPr>
        <p:spPr/>
        <p:txBody>
          <a:bodyPr/>
          <a:lstStyle/>
          <a:p>
            <a:r>
              <a:t>Rewrite to AIM</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Turns a request that has material into a clean Actor-Input-Mission prompt.</a:t>
            </a:r>
          </a:p>
        </p:txBody>
      </p:sp>
      <p:sp>
        <p:nvSpPr>
          <p:cNvPr id="10" name="Title 9"/>
          <p:cNvSpPr>
            <a:spLocks noGrp="1"/>
          </p:cNvSpPr>
          <p:nvPr>
            <p:ph type="title"/>
          </p:nvPr>
        </p:nvSpPr>
        <p:spPr/>
        <p:txBody>
          <a:bodyPr/>
          <a:lstStyle/>
          <a:p>
            <a:r>
              <a:t>You've already used one</a:t>
            </a:r>
          </a:p>
        </p:txBody>
      </p:sp>
      <p:sp>
        <p:nvSpPr>
          <p:cNvPr id="11" name="TextBox 10"/>
          <p:cNvSpPr txBox="1"/>
          <p:nvPr/>
        </p:nvSpPr>
        <p:spPr>
          <a:xfrm>
            <a:off x="548640" y="1828800"/>
            <a:ext cx="11094720" cy="411480"/>
          </a:xfrm>
          <a:prstGeom prst="rect">
            <a:avLst/>
          </a:prstGeom>
          <a:noFill/>
        </p:spPr>
        <p:txBody>
          <a:bodyPr wrap="square">
            <a:spAutoFit/>
          </a:bodyPr>
          <a:lstStyle/>
          <a:p>
            <a:pPr>
              <a:lnSpc>
                <a:spcPct val="110000"/>
              </a:lnSpc>
              <a:spcAft>
                <a:spcPts val="0"/>
              </a:spcAft>
              <a:defRPr sz="1400" b="0" i="0">
                <a:latin typeface="Arial"/>
              </a:defRPr>
            </a:pPr>
            <a:r>
              <a:t>The Prompt Doctor you used in Part 3 was really three small Skills working together.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Give it structure</a:t>
            </a:r>
          </a:p>
        </p:txBody>
      </p:sp>
      <p:sp>
        <p:nvSpPr>
          <p:cNvPr id="3" name="Text Placeholder 2"/>
          <p:cNvSpPr>
            <a:spLocks noGrp="1"/>
          </p:cNvSpPr>
          <p:nvPr>
            <p:ph type="body" idx="13" sz="quarter"/>
          </p:nvPr>
        </p:nvSpPr>
        <p:spPr/>
        <p:txBody>
          <a:bodyPr/>
          <a:lstStyle/>
          <a:p>
            <a:r>
              <a:t>5 | Assistants</a:t>
            </a:r>
          </a:p>
        </p:txBody>
      </p:sp>
      <p:sp>
        <p:nvSpPr>
          <p:cNvPr id="4" name="TextBox 3"/>
          <p:cNvSpPr txBox="1"/>
          <p:nvPr/>
        </p:nvSpPr>
        <p:spPr>
          <a:xfrm>
            <a:off x="548640" y="1737360"/>
            <a:ext cx="11094720" cy="822960"/>
          </a:xfrm>
          <a:prstGeom prst="rect">
            <a:avLst/>
          </a:prstGeom>
          <a:noFill/>
        </p:spPr>
        <p:txBody>
          <a:bodyPr wrap="square">
            <a:spAutoFit/>
          </a:bodyPr>
          <a:lstStyle/>
          <a:p>
            <a:pPr>
              <a:lnSpc>
                <a:spcPct val="130000"/>
              </a:lnSpc>
              <a:spcAft>
                <a:spcPts val="800"/>
              </a:spcAft>
              <a:defRPr sz="1600" b="0" i="0">
                <a:latin typeface="Arial"/>
              </a:defRPr>
            </a:pPr>
            <a:r>
              <a:t>There's no visual formatting in an instructions box. A flat wall of text is hard for it to parse - give the instructions real hierarchy instead:</a:t>
            </a:r>
          </a:p>
        </p:txBody>
      </p:sp>
      <p:sp>
        <p:nvSpPr>
          <p:cNvPr id="5" name="Rounded Rectangle 4"/>
          <p:cNvSpPr/>
          <p:nvPr/>
        </p:nvSpPr>
        <p:spPr>
          <a:xfrm>
            <a:off x="548640" y="2651760"/>
            <a:ext cx="6858000" cy="2011680"/>
          </a:xfrm>
          <a:prstGeom prst="roundRect">
            <a:avLst/>
          </a:prstGeom>
          <a:solidFill>
            <a:srgbClr val="F0ECE8"/>
          </a:solidFill>
          <a:ln w="15875">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l">
              <a:defRPr sz="1400">
                <a:solidFill>
                  <a:srgbClr val="1A1F6C"/>
                </a:solidFill>
                <a:latin typeface="Consolas"/>
              </a:defRPr>
            </a:pPr>
            <a:r>
              <a:t># Role</a:t>
            </a:r>
          </a:p>
          <a:p>
            <a:pPr algn="l">
              <a:defRPr sz="1400">
                <a:solidFill>
                  <a:srgbClr val="1A1F6C"/>
                </a:solidFill>
                <a:latin typeface="Consolas"/>
              </a:defRPr>
            </a:pPr>
            <a:r>
              <a:t>You are a tutor for this course.</a:t>
            </a:r>
          </a:p>
          <a:p>
            <a:pPr algn="l">
              <a:defRPr sz="1400">
                <a:solidFill>
                  <a:srgbClr val="1A1F6C"/>
                </a:solidFill>
                <a:latin typeface="Consolas"/>
              </a:defRPr>
            </a:pPr>
          </a:p>
          <a:p>
            <a:pPr algn="l">
              <a:defRPr sz="1400">
                <a:solidFill>
                  <a:srgbClr val="1A1F6C"/>
                </a:solidFill>
                <a:latin typeface="Consolas"/>
              </a:defRPr>
            </a:pPr>
            <a:r>
              <a:t>## Rules</a:t>
            </a:r>
          </a:p>
          <a:p>
            <a:pPr algn="l">
              <a:defRPr sz="1400">
                <a:solidFill>
                  <a:srgbClr val="1A1F6C"/>
                </a:solidFill>
                <a:latin typeface="Consolas"/>
              </a:defRPr>
            </a:pPr>
            <a:r>
              <a:t>- Explain step by step</a:t>
            </a:r>
          </a:p>
          <a:p>
            <a:pPr algn="l">
              <a:defRPr sz="1400">
                <a:solidFill>
                  <a:srgbClr val="1A1F6C"/>
                </a:solidFill>
                <a:latin typeface="Consolas"/>
              </a:defRPr>
            </a:pPr>
            <a:r>
              <a:t>- Use simple examples</a:t>
            </a:r>
          </a:p>
          <a:p>
            <a:pPr algn="l">
              <a:defRPr sz="1400">
                <a:solidFill>
                  <a:srgbClr val="1A1F6C"/>
                </a:solidFill>
                <a:latin typeface="Consolas"/>
              </a:defRPr>
            </a:pPr>
          </a:p>
          <a:p>
            <a:pPr algn="l">
              <a:defRPr sz="1400">
                <a:solidFill>
                  <a:srgbClr val="1A1F6C"/>
                </a:solidFill>
                <a:latin typeface="Consolas"/>
              </a:defRPr>
            </a:pPr>
            <a:r>
              <a:t>## Output format</a:t>
            </a:r>
          </a:p>
          <a:p>
            <a:pPr algn="l">
              <a:defRPr sz="1400">
                <a:solidFill>
                  <a:srgbClr val="1A1F6C"/>
                </a:solidFill>
                <a:latin typeface="Consolas"/>
              </a:defRPr>
            </a:pPr>
            <a:r>
              <a:t>Summary + 3 review questions</a:t>
            </a:r>
          </a:p>
        </p:txBody>
      </p:sp>
      <p:sp>
        <p:nvSpPr>
          <p:cNvPr id="6" name="TextBox 5"/>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New to this in Claude? </a:t>
            </a:r>
            <a:r>
              <a:rPr sz="1100" u="sng">
                <a:solidFill>
                  <a:srgbClr val="FF5700"/>
                </a:solidFill>
                <a:latin typeface="Arial"/>
                <a:hlinkClick r:id="rId2"/>
              </a:rPr>
              <a:t>Watch</a:t>
            </a:r>
            <a:r>
              <a:rPr sz="1100">
                <a:solidFill>
                  <a:srgbClr val="1A1F6C"/>
                </a:solidFill>
                <a:latin typeface="Arial"/>
              </a:rPr>
              <a:t>  ·  </a:t>
            </a:r>
            <a:r>
              <a:rPr sz="1100" u="sng">
                <a:solidFill>
                  <a:srgbClr val="FF5700"/>
                </a:solidFill>
                <a:latin typeface="Arial"/>
                <a:hlinkClick r:id="rId3"/>
              </a:rPr>
              <a:t>Read</a:t>
            </a:r>
            <a:r>
              <a:rPr sz="1100">
                <a:solidFill>
                  <a:srgbClr val="1A1F6C"/>
                </a:solidFill>
                <a:latin typeface="Arial"/>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 vs. Skill</a:t>
            </a:r>
          </a:p>
        </p:txBody>
      </p:sp>
      <p:sp>
        <p:nvSpPr>
          <p:cNvPr id="3" name="Text Placeholder 2"/>
          <p:cNvSpPr>
            <a:spLocks noGrp="1"/>
          </p:cNvSpPr>
          <p:nvPr>
            <p:ph type="body" idx="13" sz="quarter"/>
          </p:nvPr>
        </p:nvSpPr>
        <p:spPr/>
        <p:txBody>
          <a:bodyPr/>
          <a:lstStyle/>
          <a:p>
            <a:r>
              <a:t>5 | Assistants</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 prompt</a:t>
            </a:r>
          </a:p>
          <a:p>
            <a:pPr>
              <a:spcAft>
                <a:spcPts val="800"/>
              </a:spcAft>
              <a:defRPr sz="1300">
                <a:solidFill>
                  <a:srgbClr val="000000"/>
                </a:solidFill>
                <a:latin typeface="Arial"/>
              </a:defRPr>
            </a:pPr>
            <a:r>
              <a:t>• Instructions for one specific dish</a:t>
            </a:r>
          </a:p>
          <a:p>
            <a:pPr>
              <a:spcAft>
                <a:spcPts val="800"/>
              </a:spcAft>
              <a:defRPr sz="1300">
                <a:solidFill>
                  <a:srgbClr val="000000"/>
                </a:solidFill>
                <a:latin typeface="Arial"/>
              </a:defRPr>
            </a:pPr>
            <a:r>
              <a:t>• Knows what to do this time</a:t>
            </a:r>
          </a:p>
          <a:p>
            <a:pPr>
              <a:spcAft>
                <a:spcPts val="800"/>
              </a:spcAft>
              <a:defRPr sz="1300">
                <a:solidFill>
                  <a:srgbClr val="000000"/>
                </a:solidFill>
                <a:latin typeface="Arial"/>
              </a:defRPr>
            </a:pPr>
            <a:r>
              <a:t>• Doesn't know your processes or templates - a brilliant intern</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 skill</a:t>
            </a:r>
          </a:p>
          <a:p>
            <a:pPr>
              <a:spcAft>
                <a:spcPts val="800"/>
              </a:spcAft>
              <a:defRPr sz="1300">
                <a:solidFill>
                  <a:srgbClr val="000000"/>
                </a:solidFill>
                <a:latin typeface="Arial"/>
              </a:defRPr>
            </a:pPr>
            <a:r>
              <a:t>• The steps you followed, saved for reuse</a:t>
            </a:r>
          </a:p>
          <a:p>
            <a:pPr>
              <a:spcAft>
                <a:spcPts val="800"/>
              </a:spcAft>
              <a:defRPr sz="1300">
                <a:solidFill>
                  <a:srgbClr val="000000"/>
                </a:solidFill>
                <a:latin typeface="Arial"/>
              </a:defRPr>
            </a:pPr>
            <a:r>
              <a:t>• Activates itself in the background</a:t>
            </a:r>
          </a:p>
          <a:p>
            <a:pPr>
              <a:spcAft>
                <a:spcPts val="800"/>
              </a:spcAft>
              <a:defRPr sz="1300">
                <a:solidFill>
                  <a:srgbClr val="000000"/>
                </a:solidFill>
                <a:latin typeface="Arial"/>
              </a:defRPr>
            </a:pPr>
            <a:r>
              <a:t>• Runs with your style, no giant prompt repeated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build one together</a:t>
            </a:r>
          </a:p>
        </p:txBody>
      </p:sp>
      <p:sp>
        <p:nvSpPr>
          <p:cNvPr id="3" name="Text Placeholder 2"/>
          <p:cNvSpPr>
            <a:spLocks noGrp="1"/>
          </p:cNvSpPr>
          <p:nvPr>
            <p:ph type="body" idx="13" sz="quarter"/>
          </p:nvPr>
        </p:nvSpPr>
        <p:spPr/>
        <p:txBody>
          <a:bodyPr/>
          <a:lstStyle/>
          <a:p>
            <a:r>
              <a:t>5 | Assistants</a:t>
            </a:r>
          </a:p>
        </p:txBody>
      </p:sp>
      <p:sp>
        <p:nvSpPr>
          <p:cNvPr id="4" name="TextBox 3"/>
          <p:cNvSpPr txBox="1"/>
          <p:nvPr/>
        </p:nvSpPr>
        <p:spPr>
          <a:xfrm>
            <a:off x="548640" y="2103120"/>
            <a:ext cx="11094720" cy="3200400"/>
          </a:xfrm>
          <a:prstGeom prst="rect">
            <a:avLst/>
          </a:prstGeom>
          <a:noFill/>
        </p:spPr>
        <p:txBody>
          <a:bodyPr wrap="square">
            <a:spAutoFit/>
          </a:bodyPr>
          <a:lstStyle/>
          <a:p>
            <a:pPr>
              <a:lnSpc>
                <a:spcPct val="130000"/>
              </a:lnSpc>
              <a:spcAft>
                <a:spcPts val="850"/>
              </a:spcAft>
              <a:defRPr sz="1700" b="0" i="0">
                <a:latin typeface="Arial"/>
              </a:defRPr>
            </a:pPr>
            <a:r>
              <a:t>1. Role: a Socratic tutor - it never just hands you the answer</a:t>
            </a:r>
          </a:p>
          <a:p>
            <a:pPr>
              <a:lnSpc>
                <a:spcPct val="130000"/>
              </a:lnSpc>
              <a:spcAft>
                <a:spcPts val="850"/>
              </a:spcAft>
              <a:defRPr sz="1700" b="0" i="0">
                <a:latin typeface="Arial"/>
              </a:defRPr>
            </a:pPr>
            <a:r>
              <a:t>2. Rules: ask one guiding question at a time; find where my reasoning went wrong; bigger hints only if I'm truly stuck</a:t>
            </a:r>
          </a:p>
          <a:p>
            <a:pPr>
              <a:lnSpc>
                <a:spcPct val="130000"/>
              </a:lnSpc>
              <a:spcAft>
                <a:spcPts val="850"/>
              </a:spcAft>
              <a:defRPr sz="1700" b="0" i="0">
                <a:latin typeface="Arial"/>
              </a:defRPr>
            </a:pPr>
            <a:r>
              <a:t>3. Output format: short questions, not answer-dumps; stop once I can restate the idea myself</a:t>
            </a:r>
          </a:p>
          <a:p>
            <a:pPr>
              <a:lnSpc>
                <a:spcPct val="130000"/>
              </a:lnSpc>
              <a:spcAft>
                <a:spcPts val="850"/>
              </a:spcAft>
              <a:defRPr sz="1700" b="0" i="0">
                <a:latin typeface="Arial"/>
              </a:defRPr>
            </a:pPr>
            <a:r>
              <a:t>4. Save it as a Skill - now it tutors you on anything, and Part 6's agent will use it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turn</a:t>
            </a:r>
          </a:p>
        </p:txBody>
      </p:sp>
      <p:sp>
        <p:nvSpPr>
          <p:cNvPr id="3" name="Text Placeholder 2"/>
          <p:cNvSpPr>
            <a:spLocks noGrp="1"/>
          </p:cNvSpPr>
          <p:nvPr>
            <p:ph type="body" idx="13" sz="quarter"/>
          </p:nvPr>
        </p:nvSpPr>
        <p:spPr/>
        <p:txBody>
          <a:bodyPr/>
          <a:lstStyle/>
          <a:p>
            <a:r>
              <a:t>5 | Assistants</a:t>
            </a:r>
          </a:p>
        </p:txBody>
      </p:sp>
      <p:sp>
        <p:nvSpPr>
          <p:cNvPr id="4" name="TextBox 3"/>
          <p:cNvSpPr txBox="1"/>
          <p:nvPr/>
        </p:nvSpPr>
        <p:spPr>
          <a:xfrm>
            <a:off x="548640" y="2103120"/>
            <a:ext cx="11094720" cy="2286000"/>
          </a:xfrm>
          <a:prstGeom prst="rect">
            <a:avLst/>
          </a:prstGeom>
          <a:noFill/>
        </p:spPr>
        <p:txBody>
          <a:bodyPr wrap="square">
            <a:spAutoFit/>
          </a:bodyPr>
          <a:lstStyle/>
          <a:p>
            <a:pPr>
              <a:lnSpc>
                <a:spcPct val="130000"/>
              </a:lnSpc>
              <a:spcAft>
                <a:spcPts val="1000"/>
              </a:spcAft>
              <a:defRPr sz="2000" b="0" i="0">
                <a:latin typeface="Arial"/>
              </a:defRPr>
            </a:pPr>
            <a:r>
              <a:t>Think about the course you built a Project for in Part 4. What do you do the exact same way, over and over, for it? Build a Skill for it - a different tool, same course, ready forever.</a:t>
            </a:r>
          </a:p>
          <a:p>
            <a:pPr>
              <a:lnSpc>
                <a:spcPct val="130000"/>
              </a:lnSpc>
              <a:spcAft>
                <a:spcPts val="800"/>
              </a:spcAft>
              <a:defRPr sz="1600" b="0" i="1">
                <a:latin typeface="Arial"/>
              </a:defRPr>
            </a:pPr>
            <a:r>
              <a:t>Stuck for an idea? Build a note-summarizer: “turn any lecture notes into the same 5-bullet summary + 3 review questions, every time.”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5 | Assistants</a:t>
            </a:r>
          </a:p>
        </p:txBody>
      </p:sp>
      <p:sp>
        <p:nvSpPr>
          <p:cNvPr id="4" name="Text Placeholder 3"/>
          <p:cNvSpPr>
            <a:spLocks noGrp="1"/>
          </p:cNvSpPr>
          <p:nvPr>
            <p:ph type="body" idx="27" sz="quarter"/>
          </p:nvPr>
        </p:nvSpPr>
        <p:spPr/>
        <p:txBody>
          <a:bodyPr/>
          <a:lstStyle/>
          <a:p>
            <a:r>
              <a:t>What you expose</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Don't show sensitive data to tools that read your screen. On delicate topics, validate through an official channel.</a:t>
            </a:r>
          </a:p>
        </p:txBody>
      </p:sp>
      <p:sp>
        <p:nvSpPr>
          <p:cNvPr id="6" name="Text Placeholder 5"/>
          <p:cNvSpPr>
            <a:spLocks noGrp="1"/>
          </p:cNvSpPr>
          <p:nvPr>
            <p:ph type="body" idx="29" sz="quarter"/>
          </p:nvPr>
        </p:nvSpPr>
        <p:spPr/>
        <p:txBody>
          <a:bodyPr/>
          <a:lstStyle/>
          <a:p>
            <a:r>
              <a:t>Who gets access</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Sharing a Project? Isolate its memory and choose permissions - just use it, or also edit it.</a:t>
            </a:r>
          </a:p>
        </p:txBody>
      </p:sp>
      <p:sp>
        <p:nvSpPr>
          <p:cNvPr id="8" name="Text Placeholder 7"/>
          <p:cNvSpPr>
            <a:spLocks noGrp="1"/>
          </p:cNvSpPr>
          <p:nvPr>
            <p:ph type="body" idx="31" sz="quarter"/>
          </p:nvPr>
        </p:nvSpPr>
        <p:spPr/>
        <p:txBody>
          <a:bodyPr/>
          <a:lstStyle/>
          <a:p>
            <a:r>
              <a:t>What you install</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Third-party skills are the biggest risk - they can act on your behalf. Install only well-recognized ones.</a:t>
            </a:r>
          </a:p>
        </p:txBody>
      </p:sp>
      <p:sp>
        <p:nvSpPr>
          <p:cNvPr id="10" name="Title 9"/>
          <p:cNvSpPr>
            <a:spLocks noGrp="1"/>
          </p:cNvSpPr>
          <p:nvPr>
            <p:ph type="title"/>
          </p:nvPr>
        </p:nvSpPr>
        <p:spPr/>
        <p:txBody>
          <a:bodyPr/>
          <a:lstStyle/>
          <a:p>
            <a:r>
              <a:t>A bit of security judgment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most important thing about an assistant isn't the model or the tool. It's the instructions - they define its behavior.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a:t>
            </a:r>
          </a:p>
        </p:txBody>
      </p:sp>
      <p:sp>
        <p:nvSpPr>
          <p:cNvPr id="3" name="Text Placeholder 2"/>
          <p:cNvSpPr>
            <a:spLocks noGrp="1"/>
          </p:cNvSpPr>
          <p:nvPr>
            <p:ph type="body" idx="10" sz="quarter"/>
          </p:nvPr>
        </p:nvSpPr>
        <p:spPr/>
        <p:txBody>
          <a:bodyPr/>
          <a:lstStyle/>
          <a:p>
            <a:r>
              <a:t>Agents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 a tool vs. as an agent</a:t>
            </a:r>
          </a:p>
        </p:txBody>
      </p:sp>
      <p:sp>
        <p:nvSpPr>
          <p:cNvPr id="3" name="Text Placeholder 2"/>
          <p:cNvSpPr>
            <a:spLocks noGrp="1"/>
          </p:cNvSpPr>
          <p:nvPr>
            <p:ph type="body" idx="13" sz="quarter"/>
          </p:nvPr>
        </p:nvSpPr>
        <p:spPr/>
        <p:txBody>
          <a:bodyPr/>
          <a:lstStyle/>
          <a:p>
            <a:r>
              <a:t>6 | Agents</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As a tool</a:t>
            </a:r>
          </a:p>
          <a:p>
            <a:pPr>
              <a:spcAft>
                <a:spcPts val="800"/>
              </a:spcAft>
              <a:defRPr sz="1300">
                <a:solidFill>
                  <a:srgbClr val="000000"/>
                </a:solidFill>
                <a:latin typeface="Arial"/>
              </a:defRPr>
            </a:pPr>
            <a:r>
              <a:t>• You do the work, leaning on it</a:t>
            </a:r>
          </a:p>
          <a:p>
            <a:pPr>
              <a:spcAft>
                <a:spcPts val="800"/>
              </a:spcAft>
              <a:defRPr sz="1300">
                <a:solidFill>
                  <a:srgbClr val="000000"/>
                </a:solidFill>
                <a:latin typeface="Arial"/>
              </a:defRPr>
            </a:pPr>
            <a:r>
              <a:t>• You ask for a text, an idea, a summary - step by step, click by click</a:t>
            </a:r>
          </a:p>
          <a:p>
            <a:pPr>
              <a:spcAft>
                <a:spcPts val="800"/>
              </a:spcAft>
              <a:defRPr sz="1300">
                <a:solidFill>
                  <a:srgbClr val="000000"/>
                </a:solidFill>
                <a:latin typeface="Arial"/>
              </a:defRPr>
            </a:pPr>
            <a:r>
              <a:t>• It waits for you between every step</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As an agent</a:t>
            </a:r>
          </a:p>
          <a:p>
            <a:pPr>
              <a:spcAft>
                <a:spcPts val="800"/>
              </a:spcAft>
              <a:defRPr sz="1300">
                <a:solidFill>
                  <a:srgbClr val="000000"/>
                </a:solidFill>
                <a:latin typeface="Arial"/>
              </a:defRPr>
            </a:pPr>
            <a:r>
              <a:t>• You set the goal, it decides the steps</a:t>
            </a:r>
          </a:p>
          <a:p>
            <a:pPr>
              <a:spcAft>
                <a:spcPts val="800"/>
              </a:spcAft>
              <a:defRPr sz="1300">
                <a:solidFill>
                  <a:srgbClr val="000000"/>
                </a:solidFill>
                <a:latin typeface="Arial"/>
              </a:defRPr>
            </a:pPr>
            <a:r>
              <a:t>• It plans the sequence and works through it on its own</a:t>
            </a:r>
          </a:p>
          <a:p>
            <a:pPr>
              <a:spcAft>
                <a:spcPts val="800"/>
              </a:spcAft>
              <a:defRPr sz="1300">
                <a:solidFill>
                  <a:srgbClr val="000000"/>
                </a:solidFill>
                <a:latin typeface="Arial"/>
              </a:defRPr>
            </a:pPr>
            <a:r>
              <a:t>• It reports back with the result, not a request for the next click</a:t>
            </a:r>
          </a:p>
        </p:txBody>
      </p:sp>
      <p:sp>
        <p:nvSpPr>
          <p:cNvPr id="6" name="TextBox 5"/>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What's an agent, exactly? </a:t>
            </a:r>
            <a:r>
              <a:rPr sz="1100" u="sng">
                <a:solidFill>
                  <a:srgbClr val="FF5700"/>
                </a:solidFill>
                <a:latin typeface="Arial"/>
                <a:hlinkClick r:id="rId3"/>
              </a:rPr>
              <a:t>Watch: what AI agents are (IBM Technology)</a:t>
            </a:r>
            <a:r>
              <a:rPr sz="1100">
                <a:solidFill>
                  <a:srgbClr val="1A1F6C"/>
                </a:solidFill>
                <a:latin typeface="Arial"/>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6 | Agents</a:t>
            </a:r>
          </a:p>
        </p:txBody>
      </p:sp>
      <p:sp>
        <p:nvSpPr>
          <p:cNvPr id="4" name="Text Placeholder 3"/>
          <p:cNvSpPr>
            <a:spLocks noGrp="1"/>
          </p:cNvSpPr>
          <p:nvPr>
            <p:ph type="body" idx="27" sz="quarter"/>
          </p:nvPr>
        </p:nvSpPr>
        <p:spPr/>
        <p:txBody>
          <a:bodyPr/>
          <a:lstStyle/>
          <a:p>
            <a:r>
              <a:t>Background work</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It works in the background, connected to your tools - it pulls what it needs without you lifting a finger for each step.</a:t>
            </a:r>
          </a:p>
        </p:txBody>
      </p:sp>
      <p:sp>
        <p:nvSpPr>
          <p:cNvPr id="6" name="Text Placeholder 5"/>
          <p:cNvSpPr>
            <a:spLocks noGrp="1"/>
          </p:cNvSpPr>
          <p:nvPr>
            <p:ph type="body" idx="29" sz="quarter"/>
          </p:nvPr>
        </p:nvSpPr>
        <p:spPr/>
        <p:txBody>
          <a:bodyPr/>
          <a:lstStyle/>
          <a:p>
            <a:r>
              <a:t>While you sleep</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A beginner opens AI only when they need something; someone experienced already has agents solving tasks by the time they wake up.</a:t>
            </a:r>
          </a:p>
        </p:txBody>
      </p:sp>
      <p:sp>
        <p:nvSpPr>
          <p:cNvPr id="8" name="Text Placeholder 7"/>
          <p:cNvSpPr>
            <a:spLocks noGrp="1"/>
          </p:cNvSpPr>
          <p:nvPr>
            <p:ph type="body" idx="31" sz="quarter"/>
          </p:nvPr>
        </p:nvSpPr>
        <p:spPr/>
        <p:txBody>
          <a:bodyPr/>
          <a:lstStyle/>
          <a:p>
            <a:r>
              <a:t>Now you direct</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Your job stops being typing the perfect prompt for every step - it becomes orchestrating the system and validating the result.</a:t>
            </a:r>
          </a:p>
        </p:txBody>
      </p:sp>
      <p:sp>
        <p:nvSpPr>
          <p:cNvPr id="10" name="Title 9"/>
          <p:cNvSpPr>
            <a:spLocks noGrp="1"/>
          </p:cNvSpPr>
          <p:nvPr>
            <p:ph type="title"/>
          </p:nvPr>
        </p:nvSpPr>
        <p:spPr/>
        <p:txBody>
          <a:bodyPr/>
          <a:lstStyle/>
          <a:p>
            <a:r>
              <a:t>Your new role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6 | Agents</a:t>
            </a:r>
          </a:p>
        </p:txBody>
      </p:sp>
      <p:sp>
        <p:nvSpPr>
          <p:cNvPr id="4" name="Text Placeholder 3"/>
          <p:cNvSpPr>
            <a:spLocks noGrp="1"/>
          </p:cNvSpPr>
          <p:nvPr>
            <p:ph type="body" idx="27" sz="quarter"/>
          </p:nvPr>
        </p:nvSpPr>
        <p:spPr/>
        <p:txBody>
          <a:bodyPr/>
          <a:lstStyle/>
          <a:p>
            <a:r>
              <a:t>Reads</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Pulls in what it needs from the tools you already use - notes, a calendar, files - not just what's typed in the chat.</a:t>
            </a:r>
          </a:p>
        </p:txBody>
      </p:sp>
      <p:sp>
        <p:nvSpPr>
          <p:cNvPr id="6" name="Text Placeholder 5"/>
          <p:cNvSpPr>
            <a:spLocks noGrp="1"/>
          </p:cNvSpPr>
          <p:nvPr>
            <p:ph type="body" idx="29" sz="quarter"/>
          </p:nvPr>
        </p:nvSpPr>
        <p:spPr/>
        <p:txBody>
          <a:bodyPr/>
          <a:lstStyle/>
          <a:p>
            <a:r>
              <a:t>Bridges</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One shared connection standard, instead of you manually copy-pasting between every different app.</a:t>
            </a:r>
          </a:p>
        </p:txBody>
      </p:sp>
      <p:sp>
        <p:nvSpPr>
          <p:cNvPr id="8" name="Text Placeholder 7"/>
          <p:cNvSpPr>
            <a:spLocks noGrp="1"/>
          </p:cNvSpPr>
          <p:nvPr>
            <p:ph type="body" idx="31" sz="quarter"/>
          </p:nvPr>
        </p:nvSpPr>
        <p:spPr/>
        <p:txBody>
          <a:bodyPr/>
          <a:lstStyle/>
          <a:p>
            <a:r>
              <a:t>Also acts</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It can write back too - send something, update something - which is exactly the part worth watching closely.</a:t>
            </a:r>
          </a:p>
        </p:txBody>
      </p:sp>
      <p:sp>
        <p:nvSpPr>
          <p:cNvPr id="10" name="Title 9"/>
          <p:cNvSpPr>
            <a:spLocks noGrp="1"/>
          </p:cNvSpPr>
          <p:nvPr>
            <p:ph type="title"/>
          </p:nvPr>
        </p:nvSpPr>
        <p:spPr/>
        <p:txBody>
          <a:bodyPr/>
          <a:lstStyle/>
          <a:p>
            <a:r>
              <a:t>What MCP does</a:t>
            </a:r>
          </a:p>
        </p:txBody>
      </p:sp>
      <p:sp>
        <p:nvSpPr>
          <p:cNvPr id="11" name="TextBox 10"/>
          <p:cNvSpPr txBox="1"/>
          <p:nvPr/>
        </p:nvSpPr>
        <p:spPr>
          <a:xfrm>
            <a:off x="548640" y="1828800"/>
            <a:ext cx="11094720" cy="411480"/>
          </a:xfrm>
          <a:prstGeom prst="rect">
            <a:avLst/>
          </a:prstGeom>
          <a:noFill/>
        </p:spPr>
        <p:txBody>
          <a:bodyPr wrap="square">
            <a:spAutoFit/>
          </a:bodyPr>
          <a:lstStyle/>
          <a:p>
            <a:pPr>
              <a:lnSpc>
                <a:spcPct val="110000"/>
              </a:lnSpc>
              <a:spcAft>
                <a:spcPts val="0"/>
              </a:spcAft>
              <a:defRPr sz="1400" b="0" i="0">
                <a:latin typeface="Arial"/>
              </a:defRPr>
            </a:pPr>
            <a:r>
              <a:t>MCP = Model Context Protocol</a:t>
            </a:r>
          </a:p>
        </p:txBody>
      </p:sp>
      <p:sp>
        <p:nvSpPr>
          <p:cNvPr id="12" name="TextBox 11"/>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New to this in Claude? </a:t>
            </a:r>
            <a:r>
              <a:rPr sz="1100" u="sng">
                <a:solidFill>
                  <a:srgbClr val="FF5700"/>
                </a:solidFill>
                <a:latin typeface="Arial"/>
                <a:hlinkClick r:id="rId3"/>
              </a:rPr>
              <a:t>Watch</a:t>
            </a:r>
            <a:r>
              <a:rPr sz="1100">
                <a:solidFill>
                  <a:srgbClr val="1A1F6C"/>
                </a:solidFill>
                <a:latin typeface="Arial"/>
              </a:rPr>
              <a:t>  ·  </a:t>
            </a:r>
            <a:r>
              <a:rPr sz="1100" u="sng">
                <a:solidFill>
                  <a:srgbClr val="FF5700"/>
                </a:solidFill>
                <a:latin typeface="Arial"/>
                <a:hlinkClick r:id="rId4"/>
              </a:rPr>
              <a:t>Read</a:t>
            </a:r>
            <a:r>
              <a:rPr sz="1100">
                <a:solidFill>
                  <a:srgbClr val="1A1F6C"/>
                </a:solidFill>
                <a:latin typeface="Arial"/>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6 | Agents</a:t>
            </a:r>
          </a:p>
        </p:txBody>
      </p:sp>
      <p:sp>
        <p:nvSpPr>
          <p:cNvPr id="4" name="Text Placeholder 3"/>
          <p:cNvSpPr>
            <a:spLocks noGrp="1"/>
          </p:cNvSpPr>
          <p:nvPr>
            <p:ph type="body" idx="27" sz="quarter"/>
          </p:nvPr>
        </p:nvSpPr>
        <p:spPr/>
        <p:txBody>
          <a:bodyPr/>
          <a:lstStyle/>
          <a:p>
            <a:r>
              <a:t>By schedule</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Daily, weekly, or monthly. Runs at the fixed time, no matter what.</a:t>
            </a:r>
          </a:p>
        </p:txBody>
      </p:sp>
      <p:sp>
        <p:nvSpPr>
          <p:cNvPr id="6" name="Text Placeholder 5"/>
          <p:cNvSpPr>
            <a:spLocks noGrp="1"/>
          </p:cNvSpPr>
          <p:nvPr>
            <p:ph type="body" idx="29" sz="quarter"/>
          </p:nvPr>
        </p:nvSpPr>
        <p:spPr/>
        <p:txBody>
          <a:bodyPr/>
          <a:lstStyle/>
          <a:p>
            <a:r>
              <a:t>By event</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The most powerful kind: fires the instant something happens - a message arrives, a class ends.</a:t>
            </a:r>
          </a:p>
        </p:txBody>
      </p:sp>
      <p:sp>
        <p:nvSpPr>
          <p:cNvPr id="8" name="Text Placeholder 7"/>
          <p:cNvSpPr>
            <a:spLocks noGrp="1"/>
          </p:cNvSpPr>
          <p:nvPr>
            <p:ph type="body" idx="31" sz="quarter"/>
          </p:nvPr>
        </p:nvSpPr>
        <p:spPr/>
        <p:txBody>
          <a:bodyPr/>
          <a:lstStyle/>
          <a:p>
            <a:r>
              <a:t>In the cloud</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Runs outside your own device - your laptop doesn't even need to be on.</a:t>
            </a:r>
          </a:p>
        </p:txBody>
      </p:sp>
      <p:sp>
        <p:nvSpPr>
          <p:cNvPr id="10" name="Title 9"/>
          <p:cNvSpPr>
            <a:spLocks noGrp="1"/>
          </p:cNvSpPr>
          <p:nvPr>
            <p:ph type="title"/>
          </p:nvPr>
        </p:nvSpPr>
        <p:spPr/>
        <p:txBody>
          <a:bodyPr/>
          <a:lstStyle/>
          <a:p>
            <a:r>
              <a:t>Routines: tasks that trigger themselves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step feeds the next</a:t>
            </a:r>
          </a:p>
        </p:txBody>
      </p:sp>
      <p:sp>
        <p:nvSpPr>
          <p:cNvPr id="3" name="Text Placeholder 2"/>
          <p:cNvSpPr>
            <a:spLocks noGrp="1"/>
          </p:cNvSpPr>
          <p:nvPr>
            <p:ph type="body" idx="13" sz="quarter"/>
          </p:nvPr>
        </p:nvSpPr>
        <p:spPr/>
        <p:txBody>
          <a:bodyPr/>
          <a:lstStyle/>
          <a:p>
            <a:r>
              <a:t>6 | Agents</a:t>
            </a:r>
          </a:p>
        </p:txBody>
      </p:sp>
      <p:sp>
        <p:nvSpPr>
          <p:cNvPr id="4" name="Rounded Rectangle 3"/>
          <p:cNvSpPr/>
          <p:nvPr/>
        </p:nvSpPr>
        <p:spPr>
          <a:xfrm>
            <a:off x="548640"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Trigger</a:t>
            </a:r>
          </a:p>
          <a:p>
            <a:pPr algn="ctr">
              <a:defRPr sz="1100">
                <a:solidFill>
                  <a:srgbClr val="000000"/>
                </a:solidFill>
                <a:latin typeface="Arial"/>
              </a:defRPr>
            </a:pPr>
            <a:r>
              <a:t>A class recording ends</a:t>
            </a:r>
          </a:p>
        </p:txBody>
      </p:sp>
      <p:sp>
        <p:nvSpPr>
          <p:cNvPr id="5" name="Right Arrow 4"/>
          <p:cNvSpPr/>
          <p:nvPr/>
        </p:nvSpPr>
        <p:spPr>
          <a:xfrm>
            <a:off x="2474976"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40736"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Transcribe</a:t>
            </a:r>
          </a:p>
          <a:p>
            <a:pPr algn="ctr">
              <a:defRPr sz="1100">
                <a:solidFill>
                  <a:srgbClr val="000000"/>
                </a:solidFill>
                <a:latin typeface="Arial"/>
              </a:defRPr>
            </a:pPr>
            <a:r>
              <a:t>Audio becomes text</a:t>
            </a:r>
          </a:p>
        </p:txBody>
      </p:sp>
      <p:sp>
        <p:nvSpPr>
          <p:cNvPr id="7" name="Right Arrow 6"/>
          <p:cNvSpPr/>
          <p:nvPr/>
        </p:nvSpPr>
        <p:spPr>
          <a:xfrm>
            <a:off x="4767072"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32832"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Process</a:t>
            </a:r>
          </a:p>
          <a:p>
            <a:pPr algn="ctr">
              <a:defRPr sz="1100">
                <a:solidFill>
                  <a:srgbClr val="000000"/>
                </a:solidFill>
                <a:latin typeface="Arial"/>
              </a:defRPr>
            </a:pPr>
            <a:r>
              <a:t>AI pulls the key points</a:t>
            </a:r>
          </a:p>
        </p:txBody>
      </p:sp>
      <p:sp>
        <p:nvSpPr>
          <p:cNvPr id="9" name="Right Arrow 8"/>
          <p:cNvSpPr/>
          <p:nvPr/>
        </p:nvSpPr>
        <p:spPr>
          <a:xfrm>
            <a:off x="7059168"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24928"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Archive</a:t>
            </a:r>
          </a:p>
          <a:p>
            <a:pPr algn="ctr">
              <a:defRPr sz="1100">
                <a:solidFill>
                  <a:srgbClr val="000000"/>
                </a:solidFill>
                <a:latin typeface="Arial"/>
              </a:defRPr>
            </a:pPr>
            <a:r>
              <a:t>Saved to the right course</a:t>
            </a:r>
          </a:p>
        </p:txBody>
      </p:sp>
      <p:sp>
        <p:nvSpPr>
          <p:cNvPr id="11" name="Right Arrow 10"/>
          <p:cNvSpPr/>
          <p:nvPr/>
        </p:nvSpPr>
        <p:spPr>
          <a:xfrm>
            <a:off x="9351264" y="3383280"/>
            <a:ext cx="365760" cy="274320"/>
          </a:xfrm>
          <a:prstGeom prst="rightArrow">
            <a:avLst/>
          </a:prstGeom>
          <a:solidFill>
            <a:srgbClr val="1A1F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17024" y="2560320"/>
            <a:ext cx="1926336" cy="1920240"/>
          </a:xfrm>
          <a:prstGeom prst="roundRect">
            <a:avLst/>
          </a:prstGeom>
          <a:solidFill>
            <a:srgbClr val="F0ECE8"/>
          </a:solidFill>
          <a:ln w="19050">
            <a:solidFill>
              <a:srgbClr val="FF570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rIns="101600" bIns="101600"/>
          <a:lstStyle/>
          <a:p>
            <a:pPr algn="ctr">
              <a:spcAft>
                <a:spcPts val="800"/>
              </a:spcAft>
              <a:defRPr b="1" sz="1600">
                <a:solidFill>
                  <a:srgbClr val="FF5700"/>
                </a:solidFill>
                <a:latin typeface="Arial"/>
              </a:defRPr>
            </a:pPr>
            <a:r>
              <a:t>Notify</a:t>
            </a:r>
          </a:p>
          <a:p>
            <a:pPr algn="ctr">
              <a:defRPr sz="1100">
                <a:solidFill>
                  <a:srgbClr val="000000"/>
                </a:solidFill>
                <a:latin typeface="Arial"/>
              </a:defRPr>
            </a:pPr>
            <a:r>
              <a:t>You get the summary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validates?</a:t>
            </a:r>
          </a:p>
        </p:txBody>
      </p:sp>
      <p:sp>
        <p:nvSpPr>
          <p:cNvPr id="3" name="Text Placeholder 2"/>
          <p:cNvSpPr>
            <a:spLocks noGrp="1"/>
          </p:cNvSpPr>
          <p:nvPr>
            <p:ph type="body" idx="13" sz="quarter"/>
          </p:nvPr>
        </p:nvSpPr>
        <p:spPr/>
        <p:txBody>
          <a:bodyPr/>
          <a:lstStyle/>
          <a:p>
            <a:r>
              <a:t>6 | Agents</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Low risk</a:t>
            </a:r>
          </a:p>
          <a:p>
            <a:pPr>
              <a:spcAft>
                <a:spcPts val="800"/>
              </a:spcAft>
              <a:defRPr sz="1300">
                <a:solidFill>
                  <a:srgbClr val="000000"/>
                </a:solidFill>
                <a:latin typeface="Arial"/>
              </a:defRPr>
            </a:pPr>
            <a:r>
              <a:t>• Sorting files, drafts, a summary just for you</a:t>
            </a:r>
          </a:p>
          <a:p>
            <a:pPr>
              <a:spcAft>
                <a:spcPts val="800"/>
              </a:spcAft>
              <a:defRPr sz="1300">
                <a:solidFill>
                  <a:srgbClr val="000000"/>
                </a:solidFill>
                <a:latin typeface="Arial"/>
              </a:defRPr>
            </a:pPr>
            <a:r>
              <a:t>• A mistake is cheap - it self-corrects or costs you nothing</a:t>
            </a:r>
          </a:p>
          <a:p>
            <a:pPr>
              <a:spcAft>
                <a:spcPts val="800"/>
              </a:spcAft>
              <a:defRPr sz="1300">
                <a:solidFill>
                  <a:srgbClr val="000000"/>
                </a:solidFill>
                <a:latin typeface="Arial"/>
              </a:defRPr>
            </a:pPr>
            <a:r>
              <a:t>• Let the agent run and check the result after</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High risk</a:t>
            </a:r>
          </a:p>
          <a:p>
            <a:pPr>
              <a:spcAft>
                <a:spcPts val="800"/>
              </a:spcAft>
              <a:defRPr sz="1300">
                <a:solidFill>
                  <a:srgbClr val="000000"/>
                </a:solidFill>
                <a:latin typeface="Arial"/>
              </a:defRPr>
            </a:pPr>
            <a:r>
              <a:t>• An exam date, a citation, a message sent to someone else</a:t>
            </a:r>
          </a:p>
          <a:p>
            <a:pPr>
              <a:spcAft>
                <a:spcPts val="800"/>
              </a:spcAft>
              <a:defRPr sz="1300">
                <a:solidFill>
                  <a:srgbClr val="000000"/>
                </a:solidFill>
                <a:latin typeface="Arial"/>
              </a:defRPr>
            </a:pPr>
            <a:r>
              <a:t>• The cost of a mistake is real and can't be undone</a:t>
            </a:r>
          </a:p>
          <a:p>
            <a:pPr>
              <a:spcAft>
                <a:spcPts val="800"/>
              </a:spcAft>
              <a:defRPr sz="1300">
                <a:solidFill>
                  <a:srgbClr val="000000"/>
                </a:solidFill>
                <a:latin typeface="Arial"/>
              </a:defRPr>
            </a:pPr>
            <a:r>
              <a:t>• Validate before it acts, not after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6" sz="quarter"/>
          </p:nvPr>
        </p:nvSpPr>
        <p:spPr/>
        <p:txBody>
          <a:bodyPr/>
          <a:lstStyle/>
          <a:p/>
        </p:txBody>
      </p:sp>
      <p:sp>
        <p:nvSpPr>
          <p:cNvPr id="3" name="Text Placeholder 2"/>
          <p:cNvSpPr>
            <a:spLocks noGrp="1"/>
          </p:cNvSpPr>
          <p:nvPr>
            <p:ph type="body" idx="10" sz="quarter"/>
          </p:nvPr>
        </p:nvSpPr>
        <p:spPr/>
        <p:txBody>
          <a:bodyPr/>
          <a:lstStyle/>
          <a:p>
            <a:r>
              <a:t>6 | Agents</a:t>
            </a:r>
          </a:p>
        </p:txBody>
      </p:sp>
      <p:sp>
        <p:nvSpPr>
          <p:cNvPr id="4" name="Text Placeholder 3"/>
          <p:cNvSpPr>
            <a:spLocks noGrp="1"/>
          </p:cNvSpPr>
          <p:nvPr>
            <p:ph type="body" idx="27" sz="quarter"/>
          </p:nvPr>
        </p:nvSpPr>
        <p:spPr/>
        <p:txBody>
          <a:bodyPr/>
          <a:lstStyle/>
          <a:p>
            <a:r>
              <a:t>Verify</a:t>
            </a:r>
          </a:p>
        </p:txBody>
      </p:sp>
      <p:sp>
        <p:nvSpPr>
          <p:cNvPr id="5" name="Text Placeholder 4"/>
          <p:cNvSpPr>
            <a:spLocks noGrp="1"/>
          </p:cNvSpPr>
          <p:nvPr>
            <p:ph type="body" idx="28" sz="quarter"/>
          </p:nvPr>
        </p:nvSpPr>
        <p:spPr/>
        <p:txBody>
          <a:bodyPr/>
          <a:lstStyle/>
          <a:p>
            <a:pPr marL="228600" indent="-228600">
              <a:lnSpc>
                <a:spcPct val="120000"/>
              </a:lnSpc>
              <a:buFont typeface="Arial"/>
              <a:buChar char="•"/>
            </a:pPr>
            <a:r>
              <a:t>Whatever an agent hands you, you're still the one who checks it before it counts for something.</a:t>
            </a:r>
          </a:p>
        </p:txBody>
      </p:sp>
      <p:sp>
        <p:nvSpPr>
          <p:cNvPr id="6" name="Text Placeholder 5"/>
          <p:cNvSpPr>
            <a:spLocks noGrp="1"/>
          </p:cNvSpPr>
          <p:nvPr>
            <p:ph type="body" idx="29" sz="quarter"/>
          </p:nvPr>
        </p:nvSpPr>
        <p:spPr/>
        <p:txBody>
          <a:bodyPr/>
          <a:lstStyle/>
          <a:p>
            <a:r>
              <a:t>Disclose</a:t>
            </a:r>
          </a:p>
        </p:txBody>
      </p:sp>
      <p:sp>
        <p:nvSpPr>
          <p:cNvPr id="7" name="Text Placeholder 6"/>
          <p:cNvSpPr>
            <a:spLocks noGrp="1"/>
          </p:cNvSpPr>
          <p:nvPr>
            <p:ph type="body" idx="30" sz="quarter"/>
          </p:nvPr>
        </p:nvSpPr>
        <p:spPr/>
        <p:txBody>
          <a:bodyPr/>
          <a:lstStyle/>
          <a:p>
            <a:pPr marL="228600" indent="-228600">
              <a:lnSpc>
                <a:spcPct val="120000"/>
              </a:lnSpc>
              <a:buFont typeface="Arial"/>
              <a:buChar char="•"/>
            </a:pPr>
            <a:r>
              <a:t>If you're asked whether and how you used AI on something, answer honestly - institutions tend to have AI-use policies, and you must comply.</a:t>
            </a:r>
          </a:p>
        </p:txBody>
      </p:sp>
      <p:sp>
        <p:nvSpPr>
          <p:cNvPr id="8" name="Text Placeholder 7"/>
          <p:cNvSpPr>
            <a:spLocks noGrp="1"/>
          </p:cNvSpPr>
          <p:nvPr>
            <p:ph type="body" idx="31" sz="quarter"/>
          </p:nvPr>
        </p:nvSpPr>
        <p:spPr/>
        <p:txBody>
          <a:bodyPr/>
          <a:lstStyle/>
          <a:p>
            <a:r>
              <a:t>Keep control</a:t>
            </a:r>
          </a:p>
        </p:txBody>
      </p:sp>
      <p:sp>
        <p:nvSpPr>
          <p:cNvPr id="9" name="Text Placeholder 8"/>
          <p:cNvSpPr>
            <a:spLocks noGrp="1"/>
          </p:cNvSpPr>
          <p:nvPr>
            <p:ph type="body" idx="32" sz="quarter"/>
          </p:nvPr>
        </p:nvSpPr>
        <p:spPr/>
        <p:txBody>
          <a:bodyPr/>
          <a:lstStyle/>
          <a:p>
            <a:pPr marL="228600" indent="-228600">
              <a:lnSpc>
                <a:spcPct val="120000"/>
              </a:lnSpc>
              <a:buFont typeface="Arial"/>
              <a:buChar char="•"/>
            </a:pPr>
            <a:r>
              <a:t>Delegating the work isn't delegating the decision. The decision is always still yours.</a:t>
            </a:r>
          </a:p>
        </p:txBody>
      </p:sp>
      <p:sp>
        <p:nvSpPr>
          <p:cNvPr id="10" name="Title 9"/>
          <p:cNvSpPr>
            <a:spLocks noGrp="1"/>
          </p:cNvSpPr>
          <p:nvPr>
            <p:ph type="title"/>
          </p:nvPr>
        </p:nvSpPr>
        <p:spPr/>
        <p:txBody>
          <a:bodyPr/>
          <a:lstStyle/>
          <a:p>
            <a:r>
              <a:t>A bit of responsible judgment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build one together</a:t>
            </a:r>
          </a:p>
        </p:txBody>
      </p:sp>
      <p:sp>
        <p:nvSpPr>
          <p:cNvPr id="3" name="Text Placeholder 2"/>
          <p:cNvSpPr>
            <a:spLocks noGrp="1"/>
          </p:cNvSpPr>
          <p:nvPr>
            <p:ph type="body" idx="13" sz="quarter"/>
          </p:nvPr>
        </p:nvSpPr>
        <p:spPr/>
        <p:txBody>
          <a:bodyPr/>
          <a:lstStyle/>
          <a:p>
            <a:r>
              <a:t>6 | Agents</a:t>
            </a:r>
          </a:p>
        </p:txBody>
      </p:sp>
      <p:sp>
        <p:nvSpPr>
          <p:cNvPr id="4" name="TextBox 3"/>
          <p:cNvSpPr txBox="1"/>
          <p:nvPr/>
        </p:nvSpPr>
        <p:spPr>
          <a:xfrm>
            <a:off x="548640" y="1965960"/>
            <a:ext cx="11094720" cy="3108960"/>
          </a:xfrm>
          <a:prstGeom prst="rect">
            <a:avLst/>
          </a:prstGeom>
          <a:noFill/>
        </p:spPr>
        <p:txBody>
          <a:bodyPr wrap="square">
            <a:spAutoFit/>
          </a:bodyPr>
          <a:lstStyle/>
          <a:p>
            <a:pPr>
              <a:lnSpc>
                <a:spcPct val="130000"/>
              </a:lnSpc>
              <a:spcAft>
                <a:spcPts val="850"/>
              </a:spcAft>
              <a:defRPr sz="1700" b="0" i="0">
                <a:latin typeface="Arial"/>
              </a:defRPr>
            </a:pPr>
            <a:r>
              <a:t>1. Point it at the Project you built in Part 4 (your course + notes).</a:t>
            </a:r>
          </a:p>
          <a:p>
            <a:pPr>
              <a:lnSpc>
                <a:spcPct val="130000"/>
              </a:lnSpc>
              <a:spcAft>
                <a:spcPts val="850"/>
              </a:spcAft>
              <a:defRPr sz="1700" b="0" i="0">
                <a:latin typeface="Arial"/>
              </a:defRPr>
            </a:pPr>
            <a:r>
              <a:t>2. Goal: “Quiz me one question at a time on this material.”</a:t>
            </a:r>
          </a:p>
          <a:p>
            <a:pPr>
              <a:lnSpc>
                <a:spcPct val="130000"/>
              </a:lnSpc>
              <a:spcAft>
                <a:spcPts val="850"/>
              </a:spcAft>
              <a:defRPr sz="1700" b="0" i="0">
                <a:latin typeface="Arial"/>
              </a:defRPr>
            </a:pPr>
            <a:r>
              <a:t>3. “When I'm wrong, use my Socratic-tutor Skill - don't just give the answer.”</a:t>
            </a:r>
          </a:p>
          <a:p>
            <a:pPr>
              <a:lnSpc>
                <a:spcPct val="130000"/>
              </a:lnSpc>
              <a:spcAft>
                <a:spcPts val="850"/>
              </a:spcAft>
              <a:defRPr sz="1700" b="0" i="0">
                <a:latin typeface="Arial"/>
              </a:defRPr>
            </a:pPr>
            <a:r>
              <a:t>4. “If something isn't in my notes, search the web and tie it back.”</a:t>
            </a:r>
          </a:p>
          <a:p>
            <a:pPr>
              <a:lnSpc>
                <a:spcPct val="130000"/>
              </a:lnSpc>
              <a:spcAft>
                <a:spcPts val="750"/>
              </a:spcAft>
              <a:defRPr sz="1500" b="0" i="1">
                <a:latin typeface="Arial"/>
              </a:defRPr>
            </a:pPr>
            <a:r>
              <a:t>It decides which of those to do, step to step - Project, your Skill, or the web. Choosing on its own is what makes it an agent, not a tool.</a:t>
            </a:r>
          </a:p>
        </p:txBody>
      </p:sp>
      <p:sp>
        <p:nvSpPr>
          <p:cNvPr id="5" name="TextBox 4"/>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New to this in Claude? </a:t>
            </a:r>
            <a:r>
              <a:rPr sz="1100" u="sng">
                <a:solidFill>
                  <a:srgbClr val="FF5700"/>
                </a:solidFill>
                <a:latin typeface="Arial"/>
                <a:hlinkClick r:id="rId2"/>
              </a:rPr>
              <a:t>Enable and use web search in Claude (official)</a:t>
            </a:r>
            <a:r>
              <a:rPr sz="1100">
                <a:solidFill>
                  <a:srgbClr val="1A1F6C"/>
                </a:solidFill>
                <a:latin typeface="Arial"/>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turn</a:t>
            </a:r>
          </a:p>
        </p:txBody>
      </p:sp>
      <p:sp>
        <p:nvSpPr>
          <p:cNvPr id="3" name="Text Placeholder 2"/>
          <p:cNvSpPr>
            <a:spLocks noGrp="1"/>
          </p:cNvSpPr>
          <p:nvPr>
            <p:ph type="body" idx="13" sz="quarter"/>
          </p:nvPr>
        </p:nvSpPr>
        <p:spPr/>
        <p:txBody>
          <a:bodyPr/>
          <a:lstStyle/>
          <a:p>
            <a:r>
              <a:t>6 | Agents</a:t>
            </a:r>
          </a:p>
        </p:txBody>
      </p:sp>
      <p:sp>
        <p:nvSpPr>
          <p:cNvPr id="4" name="TextBox 3"/>
          <p:cNvSpPr txBox="1"/>
          <p:nvPr/>
        </p:nvSpPr>
        <p:spPr>
          <a:xfrm>
            <a:off x="548640" y="2103120"/>
            <a:ext cx="11094720" cy="2286000"/>
          </a:xfrm>
          <a:prstGeom prst="rect">
            <a:avLst/>
          </a:prstGeom>
          <a:noFill/>
        </p:spPr>
        <p:txBody>
          <a:bodyPr wrap="square">
            <a:spAutoFit/>
          </a:bodyPr>
          <a:lstStyle/>
          <a:p>
            <a:pPr>
              <a:lnSpc>
                <a:spcPct val="130000"/>
              </a:lnSpc>
              <a:spcAft>
                <a:spcPts val="1000"/>
              </a:spcAft>
              <a:defRPr sz="2000" b="0" i="0">
                <a:latin typeface="Arial"/>
              </a:defRPr>
            </a:pPr>
            <a:r>
              <a:t>Point your own Study Buddy at your Part 4 Project. Let it quiz you, tutor you with your Skill when you slip, and fill gaps from the web. Keep it - real revision help, on tap, for a course you're actually taking.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Skill vs. Agent</a:t>
            </a:r>
          </a:p>
        </p:txBody>
      </p:sp>
      <p:sp>
        <p:nvSpPr>
          <p:cNvPr id="3" name="Text Placeholder 2"/>
          <p:cNvSpPr>
            <a:spLocks noGrp="1"/>
          </p:cNvSpPr>
          <p:nvPr>
            <p:ph type="body" idx="13" sz="quarter"/>
          </p:nvPr>
        </p:nvSpPr>
        <p:spPr/>
        <p:txBody>
          <a:bodyPr/>
          <a:lstStyle/>
          <a:p>
            <a:r>
              <a:t>6 | Agents</a:t>
            </a:r>
          </a:p>
        </p:txBody>
      </p:sp>
      <p:sp>
        <p:nvSpPr>
          <p:cNvPr id="4" name="Rounded Rectangle 3"/>
          <p:cNvSpPr/>
          <p:nvPr/>
        </p:nvSpPr>
        <p:spPr>
          <a:xfrm>
            <a:off x="548640" y="2103120"/>
            <a:ext cx="5364480" cy="3474720"/>
          </a:xfrm>
          <a:prstGeom prst="roundRect">
            <a:avLst/>
          </a:prstGeom>
          <a:solidFill>
            <a:srgbClr val="F0ECE8"/>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 Skill</a:t>
            </a:r>
          </a:p>
          <a:p>
            <a:pPr>
              <a:spcAft>
                <a:spcPts val="800"/>
              </a:spcAft>
              <a:defRPr sz="1300">
                <a:solidFill>
                  <a:srgbClr val="000000"/>
                </a:solidFill>
                <a:latin typeface="Arial"/>
              </a:defRPr>
            </a:pPr>
            <a:r>
              <a:t>• A saved procedure for one repeatable job</a:t>
            </a:r>
          </a:p>
          <a:p>
            <a:pPr>
              <a:spcAft>
                <a:spcPts val="800"/>
              </a:spcAft>
              <a:defRPr sz="1300">
                <a:solidFill>
                  <a:srgbClr val="000000"/>
                </a:solidFill>
                <a:latin typeface="Arial"/>
              </a:defRPr>
            </a:pPr>
            <a:r>
              <a:t>• Reactive - you invoke it; it runs its method</a:t>
            </a:r>
          </a:p>
          <a:p>
            <a:pPr>
              <a:spcAft>
                <a:spcPts val="800"/>
              </a:spcAft>
              <a:defRPr sz="1300">
                <a:solidFill>
                  <a:srgbClr val="000000"/>
                </a:solidFill>
                <a:latin typeface="Arial"/>
              </a:defRPr>
            </a:pPr>
            <a:r>
              <a:t>• Technically: a file - SKILL.md (name, description, instructions)</a:t>
            </a:r>
          </a:p>
          <a:p>
            <a:pPr>
              <a:spcAft>
                <a:spcPts val="800"/>
              </a:spcAft>
              <a:defRPr sz="1300">
                <a:solidFill>
                  <a:srgbClr val="000000"/>
                </a:solidFill>
                <a:latin typeface="Arial"/>
              </a:defRPr>
            </a:pPr>
            <a:r>
              <a:t>• Ours: the Socratic tutor you built in Part 5</a:t>
            </a:r>
          </a:p>
        </p:txBody>
      </p:sp>
      <p:sp>
        <p:nvSpPr>
          <p:cNvPr id="5" name="Rounded Rectangle 4"/>
          <p:cNvSpPr/>
          <p:nvPr/>
        </p:nvSpPr>
        <p:spPr>
          <a:xfrm>
            <a:off x="6278880" y="2103120"/>
            <a:ext cx="5364480" cy="3474720"/>
          </a:xfrm>
          <a:prstGeom prst="roundRect">
            <a:avLst/>
          </a:prstGeom>
          <a:solidFill>
            <a:srgbClr val="FFFFFF"/>
          </a:solidFill>
          <a:ln w="15875">
            <a:solidFill>
              <a:srgbClr val="1A1F6C"/>
            </a:solidFill>
          </a:ln>
        </p:spPr>
        <p:style>
          <a:lnRef idx="1">
            <a:schemeClr val="accent1"/>
          </a:lnRef>
          <a:fillRef idx="3">
            <a:schemeClr val="accent1"/>
          </a:fillRef>
          <a:effectRef idx="2">
            <a:schemeClr val="accent1"/>
          </a:effectRef>
          <a:fontRef idx="minor">
            <a:schemeClr val="lt1"/>
          </a:fontRef>
        </p:style>
        <p:txBody>
          <a:bodyPr rtlCol="0" anchor="ctr" wrap="square" lIns="177800" tIns="177800" rIns="177800" bIns="177800"/>
          <a:lstStyle/>
          <a:p>
            <a:pPr algn="ctr">
              <a:spcAft>
                <a:spcPts val="1200"/>
              </a:spcAft>
              <a:defRPr b="1" sz="2000">
                <a:solidFill>
                  <a:srgbClr val="FF5700"/>
                </a:solidFill>
                <a:latin typeface="Arial"/>
              </a:defRPr>
            </a:pPr>
            <a:r>
              <a:t>An Agent</a:t>
            </a:r>
          </a:p>
          <a:p>
            <a:pPr>
              <a:spcAft>
                <a:spcPts val="800"/>
              </a:spcAft>
              <a:defRPr sz="1300">
                <a:solidFill>
                  <a:srgbClr val="000000"/>
                </a:solidFill>
                <a:latin typeface="Arial"/>
              </a:defRPr>
            </a:pPr>
            <a:r>
              <a:t>• A goal-driven operator, not one fixed task</a:t>
            </a:r>
          </a:p>
          <a:p>
            <a:pPr>
              <a:spcAft>
                <a:spcPts val="800"/>
              </a:spcAft>
              <a:defRPr sz="1300">
                <a:solidFill>
                  <a:srgbClr val="000000"/>
                </a:solidFill>
                <a:latin typeface="Arial"/>
              </a:defRPr>
            </a:pPr>
            <a:r>
              <a:t>• Autonomous - it decides the steps, uses tools on its own</a:t>
            </a:r>
          </a:p>
          <a:p>
            <a:pPr>
              <a:spcAft>
                <a:spcPts val="800"/>
              </a:spcAft>
              <a:defRPr sz="1300">
                <a:solidFill>
                  <a:srgbClr val="000000"/>
                </a:solidFill>
                <a:latin typeface="Arial"/>
              </a:defRPr>
            </a:pPr>
            <a:r>
              <a:t>• Technically: not a file - a mode (a goal + tools + latitude); it can use Skills</a:t>
            </a:r>
          </a:p>
          <a:p>
            <a:pPr>
              <a:spcAft>
                <a:spcPts val="800"/>
              </a:spcAft>
              <a:defRPr sz="1300">
                <a:solidFill>
                  <a:srgbClr val="000000"/>
                </a:solidFill>
                <a:latin typeface="Arial"/>
              </a:defRPr>
            </a:pPr>
            <a:r>
              <a:t>• Ours: the Study Buddy - which runs your Socratic Skill</a:t>
            </a:r>
          </a:p>
        </p:txBody>
      </p:sp>
      <p:sp>
        <p:nvSpPr>
          <p:cNvPr id="6" name="TextBox 5"/>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See our two, side by side: </a:t>
            </a:r>
            <a:r>
              <a:rPr sz="1100" u="sng">
                <a:solidFill>
                  <a:srgbClr val="FF5700"/>
                </a:solidFill>
                <a:latin typeface="Arial"/>
                <a:hlinkClick r:id="rId2"/>
              </a:rPr>
              <a:t>the Socratic Skill</a:t>
            </a:r>
            <a:r>
              <a:rPr sz="1100">
                <a:solidFill>
                  <a:srgbClr val="1A1F6C"/>
                </a:solidFill>
                <a:latin typeface="Arial"/>
              </a:rPr>
              <a:t>  ·  </a:t>
            </a:r>
            <a:r>
              <a:rPr sz="1100" u="sng">
                <a:solidFill>
                  <a:srgbClr val="FF5700"/>
                </a:solidFill>
                <a:latin typeface="Arial"/>
                <a:hlinkClick r:id="rId3"/>
              </a:rPr>
              <a:t>the Study Buddy spec</a:t>
            </a:r>
            <a:r>
              <a:rPr sz="1100">
                <a:solidFill>
                  <a:srgbClr val="1A1F6C"/>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a:t>
            </a:r>
          </a:p>
        </p:txBody>
      </p:sp>
      <p:sp>
        <p:nvSpPr>
          <p:cNvPr id="3" name="Text Placeholder 2"/>
          <p:cNvSpPr>
            <a:spLocks noGrp="1"/>
          </p:cNvSpPr>
          <p:nvPr>
            <p:ph type="body" idx="13" sz="quarter"/>
          </p:nvPr>
        </p:nvSpPr>
        <p:spPr/>
        <p:txBody>
          <a:bodyPr/>
          <a:lstStyle/>
          <a:p>
            <a:r>
              <a:t>6 | Agents</a:t>
            </a:r>
          </a:p>
        </p:txBody>
      </p:sp>
      <p:sp>
        <p:nvSpPr>
          <p:cNvPr id="4" name="TextBox 3"/>
          <p:cNvSpPr txBox="1"/>
          <p:nvPr/>
        </p:nvSpPr>
        <p:spPr>
          <a:xfrm>
            <a:off x="548640" y="1828800"/>
            <a:ext cx="11094720" cy="914400"/>
          </a:xfrm>
          <a:prstGeom prst="rect">
            <a:avLst/>
          </a:prstGeom>
          <a:noFill/>
        </p:spPr>
        <p:txBody>
          <a:bodyPr wrap="square">
            <a:spAutoFit/>
          </a:bodyPr>
          <a:lstStyle/>
          <a:p>
            <a:pPr>
              <a:lnSpc>
                <a:spcPct val="130000"/>
              </a:lnSpc>
              <a:spcAft>
                <a:spcPts val="900"/>
              </a:spcAft>
              <a:defRPr sz="1800" b="0" i="0">
                <a:latin typeface="Arial"/>
              </a:defRPr>
            </a:pPr>
            <a:r>
              <a:t>Where's the line between an agent that helps and one you shouldn't trust unsupervised? Pick one to argue with the person next to you:</a:t>
            </a:r>
          </a:p>
        </p:txBody>
      </p:sp>
      <p:sp>
        <p:nvSpPr>
          <p:cNvPr id="5" name="TextBox 4"/>
          <p:cNvSpPr txBox="1"/>
          <p:nvPr/>
        </p:nvSpPr>
        <p:spPr>
          <a:xfrm>
            <a:off x="548640" y="2834640"/>
            <a:ext cx="11094720" cy="2377440"/>
          </a:xfrm>
          <a:prstGeom prst="rect">
            <a:avLst/>
          </a:prstGeom>
          <a:noFill/>
        </p:spPr>
        <p:txBody>
          <a:bodyPr wrap="square">
            <a:spAutoFit/>
          </a:bodyPr>
          <a:lstStyle/>
          <a:p>
            <a:pPr>
              <a:lnSpc>
                <a:spcPct val="130000"/>
              </a:lnSpc>
              <a:spcAft>
                <a:spcPts val="800"/>
              </a:spcAft>
              <a:defRPr sz="1600" b="0" i="0">
                <a:latin typeface="Arial"/>
              </a:defRPr>
            </a:pPr>
            <a:r>
              <a:t>•  Would you let an agent send an email to your professor on your behalf? What would have to be true first?</a:t>
            </a:r>
          </a:p>
          <a:p>
            <a:pPr>
              <a:lnSpc>
                <a:spcPct val="130000"/>
              </a:lnSpc>
              <a:spcAft>
                <a:spcPts val="800"/>
              </a:spcAft>
              <a:defRPr sz="1600" b="0" i="0">
                <a:latin typeface="Arial"/>
              </a:defRPr>
            </a:pPr>
            <a:r>
              <a:t>•  Where's the line between “this saves me time” and “I've stopped understanding my own work”?</a:t>
            </a:r>
          </a:p>
          <a:p>
            <a:pPr>
              <a:lnSpc>
                <a:spcPct val="130000"/>
              </a:lnSpc>
              <a:spcAft>
                <a:spcPts val="800"/>
              </a:spcAft>
              <a:defRPr sz="1600" b="0" i="0">
                <a:latin typeface="Arial"/>
              </a:defRPr>
            </a:pPr>
            <a:r>
              <a:t>•  If an agent hands you a confident answer with a made-up source, who's responsible - and who would even catch it?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a:t>
            </a:r>
          </a:p>
        </p:txBody>
      </p:sp>
      <p:sp>
        <p:nvSpPr>
          <p:cNvPr id="3" name="Text Placeholder 2"/>
          <p:cNvSpPr>
            <a:spLocks noGrp="1"/>
          </p:cNvSpPr>
          <p:nvPr>
            <p:ph type="body" idx="10" sz="quarter"/>
          </p:nvPr>
        </p:nvSpPr>
        <p:spPr/>
        <p:txBody>
          <a:bodyPr/>
          <a:lstStyle/>
          <a:p>
            <a:r>
              <a:t>System</a:t>
            </a:r>
          </a:p>
        </p:txBody>
      </p:sp>
      <p:sp>
        <p:nvSpPr>
          <p:cNvPr id="4" name="Text Placeholder 3"/>
          <p:cNvSpPr>
            <a:spLocks noGrp="1"/>
          </p:cNvSpPr>
          <p:nvPr>
            <p:ph type="body" idx="11" sz="quarter"/>
          </p:nvPr>
        </p:nvSpPr>
        <p:spPr/>
        <p:txBody>
          <a:bodyPr/>
          <a:lstStyle/>
          <a:p>
            <a:r>
              <a:t>1</a:t>
            </a:r>
          </a:p>
        </p:txBody>
      </p:sp>
      <p:sp>
        <p:nvSpPr>
          <p:cNvPr id="5" name="Text Placeholder 4"/>
          <p:cNvSpPr>
            <a:spLocks noGrp="1"/>
          </p:cNvSpPr>
          <p:nvPr>
            <p:ph type="body" idx="12" sz="quarter"/>
          </p:nvPr>
        </p:nvSpPr>
        <p:spPr/>
        <p:txBody>
          <a:bodyPr/>
          <a:lstStyle/>
          <a:p>
            <a:r>
              <a:t>Data</a:t>
            </a:r>
          </a:p>
        </p:txBody>
      </p:sp>
      <p:sp>
        <p:nvSpPr>
          <p:cNvPr id="6" name="Text Placeholder 5"/>
          <p:cNvSpPr>
            <a:spLocks noGrp="1"/>
          </p:cNvSpPr>
          <p:nvPr>
            <p:ph type="body" idx="13" sz="quarter"/>
          </p:nvPr>
        </p:nvSpPr>
        <p:spPr/>
        <p:txBody>
          <a:bodyPr/>
          <a:lstStyle/>
          <a:p>
            <a:r>
              <a:t>2</a:t>
            </a:r>
          </a:p>
        </p:txBody>
      </p:sp>
      <p:sp>
        <p:nvSpPr>
          <p:cNvPr id="7" name="Text Placeholder 6"/>
          <p:cNvSpPr>
            <a:spLocks noGrp="1"/>
          </p:cNvSpPr>
          <p:nvPr>
            <p:ph type="body" idx="14" sz="quarter"/>
          </p:nvPr>
        </p:nvSpPr>
        <p:spPr/>
        <p:txBody>
          <a:bodyPr/>
          <a:lstStyle/>
          <a:p>
            <a:r>
              <a:t>Communication</a:t>
            </a:r>
          </a:p>
        </p:txBody>
      </p:sp>
      <p:sp>
        <p:nvSpPr>
          <p:cNvPr id="8" name="Text Placeholder 7"/>
          <p:cNvSpPr>
            <a:spLocks noGrp="1"/>
          </p:cNvSpPr>
          <p:nvPr>
            <p:ph type="body" idx="15" sz="quarter"/>
          </p:nvPr>
        </p:nvSpPr>
        <p:spPr/>
        <p:txBody>
          <a:bodyPr/>
          <a:lstStyle/>
          <a:p>
            <a:r>
              <a:t>3</a:t>
            </a:r>
          </a:p>
        </p:txBody>
      </p:sp>
      <p:sp>
        <p:nvSpPr>
          <p:cNvPr id="9" name="Text Placeholder 8"/>
          <p:cNvSpPr>
            <a:spLocks noGrp="1"/>
          </p:cNvSpPr>
          <p:nvPr>
            <p:ph type="body" idx="16" sz="quarter"/>
          </p:nvPr>
        </p:nvSpPr>
        <p:spPr/>
        <p:txBody>
          <a:bodyPr/>
          <a:lstStyle/>
          <a:p>
            <a:r>
              <a:t>Projects</a:t>
            </a:r>
          </a:p>
        </p:txBody>
      </p:sp>
      <p:sp>
        <p:nvSpPr>
          <p:cNvPr id="10" name="Text Placeholder 9"/>
          <p:cNvSpPr>
            <a:spLocks noGrp="1"/>
          </p:cNvSpPr>
          <p:nvPr>
            <p:ph type="body" idx="17" sz="quarter"/>
          </p:nvPr>
        </p:nvSpPr>
        <p:spPr/>
        <p:txBody>
          <a:bodyPr/>
          <a:lstStyle/>
          <a:p>
            <a:r>
              <a:t>4</a:t>
            </a:r>
          </a:p>
        </p:txBody>
      </p:sp>
      <p:sp>
        <p:nvSpPr>
          <p:cNvPr id="11" name="Text Placeholder 10"/>
          <p:cNvSpPr>
            <a:spLocks noGrp="1"/>
          </p:cNvSpPr>
          <p:nvPr>
            <p:ph type="body" idx="18" sz="quarter"/>
          </p:nvPr>
        </p:nvSpPr>
        <p:spPr/>
        <p:txBody>
          <a:bodyPr/>
          <a:lstStyle/>
          <a:p>
            <a:r>
              <a:t>Assistants</a:t>
            </a:r>
          </a:p>
        </p:txBody>
      </p:sp>
      <p:sp>
        <p:nvSpPr>
          <p:cNvPr id="12" name="Text Placeholder 11"/>
          <p:cNvSpPr>
            <a:spLocks noGrp="1"/>
          </p:cNvSpPr>
          <p:nvPr>
            <p:ph type="body" idx="19" sz="quarter"/>
          </p:nvPr>
        </p:nvSpPr>
        <p:spPr/>
        <p:txBody>
          <a:bodyPr/>
          <a:lstStyle/>
          <a:p>
            <a:r>
              <a:t>5</a:t>
            </a:r>
          </a:p>
        </p:txBody>
      </p:sp>
      <p:sp>
        <p:nvSpPr>
          <p:cNvPr id="13" name="Text Placeholder 12"/>
          <p:cNvSpPr>
            <a:spLocks noGrp="1"/>
          </p:cNvSpPr>
          <p:nvPr>
            <p:ph type="body" idx="20" sz="quarter"/>
          </p:nvPr>
        </p:nvSpPr>
        <p:spPr/>
        <p:txBody>
          <a:bodyPr/>
          <a:lstStyle/>
          <a:p>
            <a:r>
              <a:t>Agents</a:t>
            </a:r>
          </a:p>
        </p:txBody>
      </p:sp>
      <p:sp>
        <p:nvSpPr>
          <p:cNvPr id="14" name="Text Placeholder 13"/>
          <p:cNvSpPr>
            <a:spLocks noGrp="1"/>
          </p:cNvSpPr>
          <p:nvPr>
            <p:ph type="body" idx="21" sz="quarter"/>
          </p:nvPr>
        </p:nvSpPr>
        <p:spPr/>
        <p:txBody>
          <a:bodyPr/>
          <a:lstStyle/>
          <a:p>
            <a:r>
              <a:t>6</a:t>
            </a:r>
          </a:p>
        </p:txBody>
      </p:sp>
      <p:sp>
        <p:nvSpPr>
          <p:cNvPr id="15" name="Text Placeholder 14"/>
          <p:cNvSpPr>
            <a:spLocks noGrp="1"/>
          </p:cNvSpPr>
          <p:nvPr>
            <p:ph type="body" idx="22" sz="quarter"/>
          </p:nvPr>
        </p:nvSpPr>
        <p:spPr/>
        <p:txBody>
          <a:bodyPr/>
          <a:lstStyle/>
          <a:p/>
        </p:txBody>
      </p:sp>
      <p:sp>
        <p:nvSpPr>
          <p:cNvPr id="16" name="Text Placeholder 15"/>
          <p:cNvSpPr>
            <a:spLocks noGrp="1"/>
          </p:cNvSpPr>
          <p:nvPr>
            <p:ph type="body" idx="23" sz="quarter"/>
          </p:nvPr>
        </p:nvSpPr>
        <p:spPr/>
        <p:txBody>
          <a:bodyPr/>
          <a:lstStyle/>
          <a:p/>
        </p:txBody>
      </p:sp>
      <p:sp>
        <p:nvSpPr>
          <p:cNvPr id="17" name="Text Placeholder 16"/>
          <p:cNvSpPr>
            <a:spLocks noGrp="1"/>
          </p:cNvSpPr>
          <p:nvPr>
            <p:ph type="body" idx="24" sz="quarter"/>
          </p:nvPr>
        </p:nvSpPr>
        <p:spPr/>
        <p:txBody>
          <a:bodyPr/>
          <a:lstStyle/>
          <a:p/>
        </p:txBody>
      </p:sp>
      <p:sp>
        <p:nvSpPr>
          <p:cNvPr id="18" name="Text Placeholder 17"/>
          <p:cNvSpPr>
            <a:spLocks noGrp="1"/>
          </p:cNvSpPr>
          <p:nvPr>
            <p:ph type="body" idx="25" sz="quarter"/>
          </p:nvPr>
        </p:nvSpPr>
        <p:spPr/>
        <p:txBody>
          <a:bodyPr/>
          <a:lstStyle/>
          <a:p/>
        </p:txBody>
      </p:sp>
      <p:sp>
        <p:nvSpPr>
          <p:cNvPr id="19" name="Text Placeholder 18"/>
          <p:cNvSpPr>
            <a:spLocks noGrp="1"/>
          </p:cNvSpPr>
          <p:nvPr>
            <p:ph type="body" idx="26" sz="quarter"/>
          </p:nvPr>
        </p:nvSpPr>
        <p:spPr/>
        <p:txBody>
          <a:bodyPr/>
          <a:lstStyle/>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at what you built</a:t>
            </a:r>
          </a:p>
        </p:txBody>
      </p:sp>
      <p:sp>
        <p:nvSpPr>
          <p:cNvPr id="3" name="Text Placeholder 2"/>
          <p:cNvSpPr>
            <a:spLocks noGrp="1"/>
          </p:cNvSpPr>
          <p:nvPr>
            <p:ph type="body" idx="13" sz="quarter"/>
          </p:nvPr>
        </p:nvSpPr>
        <p:spPr/>
        <p:txBody>
          <a:bodyPr/>
          <a:lstStyle/>
          <a:p>
            <a:r>
              <a:t>6 | Agents</a:t>
            </a:r>
          </a:p>
        </p:txBody>
      </p:sp>
      <p:sp>
        <p:nvSpPr>
          <p:cNvPr id="4" name="TextBox 3"/>
          <p:cNvSpPr txBox="1"/>
          <p:nvPr/>
        </p:nvSpPr>
        <p:spPr>
          <a:xfrm>
            <a:off x="548640" y="2103120"/>
            <a:ext cx="11094720" cy="2560320"/>
          </a:xfrm>
          <a:prstGeom prst="rect">
            <a:avLst/>
          </a:prstGeom>
          <a:noFill/>
        </p:spPr>
        <p:txBody>
          <a:bodyPr wrap="square">
            <a:spAutoFit/>
          </a:bodyPr>
          <a:lstStyle/>
          <a:p>
            <a:pPr>
              <a:lnSpc>
                <a:spcPct val="130000"/>
              </a:lnSpc>
              <a:spcAft>
                <a:spcPts val="900"/>
              </a:spcAft>
              <a:defRPr sz="1800" b="0" i="0">
                <a:latin typeface="Arial"/>
              </a:defRPr>
            </a:pPr>
            <a:r>
              <a:t>A Project holding your course. An Artifact to study from. A Skill that tutors you. And an agent that runs all three on its own. Four real layers, each built on the one before - and every one of them is yours.</a:t>
            </a:r>
          </a:p>
        </p:txBody>
      </p:sp>
      <p:sp>
        <p:nvSpPr>
          <p:cNvPr id="5" name="TextBox 4"/>
          <p:cNvSpPr txBox="1"/>
          <p:nvPr/>
        </p:nvSpPr>
        <p:spPr>
          <a:xfrm>
            <a:off x="548640" y="5806440"/>
            <a:ext cx="11094720" cy="365760"/>
          </a:xfrm>
          <a:prstGeom prst="rect">
            <a:avLst/>
          </a:prstGeom>
          <a:noFill/>
        </p:spPr>
        <p:txBody>
          <a:bodyPr wrap="square">
            <a:spAutoFit/>
          </a:bodyPr>
          <a:lstStyle/>
          <a:p>
            <a:r>
              <a:rPr sz="1100">
                <a:solidFill>
                  <a:srgbClr val="1A1F6C"/>
                </a:solidFill>
                <a:latin typeface="Arial"/>
              </a:rPr>
              <a:t>▸ Keep going - the cheat sheet, the example Skills, and the Prompt Doctor all live here: </a:t>
            </a:r>
            <a:r>
              <a:rPr sz="1100" u="sng">
                <a:solidFill>
                  <a:srgbClr val="FF5700"/>
                </a:solidFill>
                <a:latin typeface="Arial"/>
                <a:hlinkClick r:id="rId2"/>
              </a:rPr>
              <a:t>the course repo on GitHub</a:t>
            </a:r>
            <a:r>
              <a:rPr sz="1100">
                <a:solidFill>
                  <a:srgbClr val="1A1F6C"/>
                </a:solidFill>
                <a:latin typeface="Arial"/>
              </a:rP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Humans for judgment. Agents for execution. Delegate the work - never the decision. That's the one idea this entire course has been building toward.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CUNEF">
  <a:themeElements>
    <a:clrScheme name="CUNEF_2024">
      <a:dk1>
        <a:sysClr val="windowText" lastClr="000000"/>
      </a:dk1>
      <a:lt1>
        <a:sysClr val="window" lastClr="FFFFFF"/>
      </a:lt1>
      <a:dk2>
        <a:srgbClr val="D2E0F3"/>
      </a:dk2>
      <a:lt2>
        <a:srgbClr val="FFFFFF"/>
      </a:lt2>
      <a:accent1>
        <a:srgbClr val="FF5700"/>
      </a:accent1>
      <a:accent2>
        <a:srgbClr val="D6D1C4"/>
      </a:accent2>
      <a:accent3>
        <a:srgbClr val="1A1F6C"/>
      </a:accent3>
      <a:accent4>
        <a:srgbClr val="FE961F"/>
      </a:accent4>
      <a:accent5>
        <a:srgbClr val="0796A3"/>
      </a:accent5>
      <a:accent6>
        <a:srgbClr val="AE3C7C"/>
      </a:accent6>
      <a:hlink>
        <a:srgbClr val="1A1F6C"/>
      </a:hlink>
      <a:folHlink>
        <a:srgbClr val="FF5700"/>
      </a:folHlink>
    </a:clrScheme>
    <a:fontScheme name="Personalizado 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674F433DA4CB3C46AF37F7ACC66AC7B4" ma:contentTypeVersion="14" ma:contentTypeDescription="Crear nuevo documento." ma:contentTypeScope="" ma:versionID="539ad6022ac1aa9f8f20b7a141ca6050">
  <xsd:schema xmlns:xsd="http://www.w3.org/2001/XMLSchema" xmlns:xs="http://www.w3.org/2001/XMLSchema" xmlns:p="http://schemas.microsoft.com/office/2006/metadata/properties" xmlns:ns2="4a38d081-a302-45ad-99ee-367cf086f3ae" xmlns:ns3="fb67c426-3324-4470-bd0d-45cc4ad7601f" targetNamespace="http://schemas.microsoft.com/office/2006/metadata/properties" ma:root="true" ma:fieldsID="3e3767eaec02a6dff5d4958aff8bc92c" ns2:_="" ns3:_="">
    <xsd:import namespace="4a38d081-a302-45ad-99ee-367cf086f3ae"/>
    <xsd:import namespace="fb67c426-3324-4470-bd0d-45cc4ad7601f"/>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ObjectDetectorVersions" minOccurs="0"/>
                <xsd:element ref="ns3:MediaServiceOCR" minOccurs="0"/>
                <xsd:element ref="ns3:MediaServiceGenerationTime" minOccurs="0"/>
                <xsd:element ref="ns3:MediaServiceEventHashCode" minOccurs="0"/>
                <xsd:element ref="ns3:MediaServiceDateTaken"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38d081-a302-45ad-99ee-367cf086f3ae"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2" nillable="true" ma:displayName="Taxonomy Catch All Column" ma:hidden="true" ma:list="{9202a961-1ef4-49d4-8fdc-ac3d4ac700c0}" ma:internalName="TaxCatchAll" ma:showField="CatchAllData" ma:web="4a38d081-a302-45ad-99ee-367cf086f3a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b67c426-3324-4470-bd0d-45cc4ad7601f"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Etiquetas de imagen" ma:readOnly="false" ma:fieldId="{5cf76f15-5ced-4ddc-b409-7134ff3c332f}" ma:taxonomyMulti="true" ma:sspId="af706f70-6741-4eaf-855e-cba6c41f67e7"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b67c426-3324-4470-bd0d-45cc4ad7601f">
      <Terms xmlns="http://schemas.microsoft.com/office/infopath/2007/PartnerControls"/>
    </lcf76f155ced4ddcb4097134ff3c332f>
    <TaxCatchAll xmlns="4a38d081-a302-45ad-99ee-367cf086f3ae" xsi:nil="true"/>
  </documentManagement>
</p:properties>
</file>

<file path=customXml/itemProps1.xml><?xml version="1.0" encoding="utf-8"?>
<ds:datastoreItem xmlns:ds="http://schemas.openxmlformats.org/officeDocument/2006/customXml" ds:itemID="{D12A1611-8A6A-4346-B278-9D3E608101AD}">
  <ds:schemaRefs>
    <ds:schemaRef ds:uri="http://schemas.microsoft.com/sharepoint/v3/contenttype/forms"/>
  </ds:schemaRefs>
</ds:datastoreItem>
</file>

<file path=customXml/itemProps2.xml><?xml version="1.0" encoding="utf-8"?>
<ds:datastoreItem xmlns:ds="http://schemas.openxmlformats.org/officeDocument/2006/customXml" ds:itemID="{EB3B52F6-F044-4BDB-9C69-F92B15B67199}"/>
</file>

<file path=customXml/itemProps3.xml><?xml version="1.0" encoding="utf-8"?>
<ds:datastoreItem xmlns:ds="http://schemas.openxmlformats.org/officeDocument/2006/customXml" ds:itemID="{FC34709B-A4FE-471B-9AA1-955EB0B6C790}">
  <ds:schemaRefs>
    <ds:schemaRef ds:uri="4a38d081-a302-45ad-99ee-367cf086f3ae"/>
    <ds:schemaRef ds:uri="c8ce101d-2a29-4a21-ad37-48d5baed438e"/>
    <ds:schemaRef ds:uri="fb67c426-3324-4470-bd0d-45cc4ad7601f"/>
    <ds:schemaRef ds:uri="ff3f5b8b-df65-43f8-8fc9-7d755ab0d25e"/>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988</Words>
  <Application>Microsoft Office PowerPoint</Application>
  <PresentationFormat>Panorámica</PresentationFormat>
  <Paragraphs>201</Paragraphs>
  <Slides>13</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CUNEF</vt:lpstr>
      <vt:lpstr>Título de documento de dos líneas</vt:lpstr>
      <vt:lpstr>Párrafo intrudcción largo, lorem ipsum dolor sit amet, consectetuer adipiscing elit, sed diam  nonummy nibh euismod</vt:lpstr>
      <vt:lpstr>Índice</vt:lpstr>
      <vt:lpstr>01</vt:lpstr>
      <vt:lpstr>Título slide (3 párrafos, con fondo)</vt:lpstr>
      <vt:lpstr>Título slide (2 párrafos, con imagen)</vt:lpstr>
      <vt:lpstr>Título slide  </vt:lpstr>
      <vt:lpstr>Título de la slide hit qui cum aliquia</vt:lpstr>
      <vt:lpstr>Título slide</vt:lpstr>
      <vt:lpstr>Título de la slide</vt:lpstr>
      <vt:lpstr>Título de la slide</vt:lpstr>
      <vt:lpstr>Título de la slide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Diana Chocano</dc:creator>
  <cp:lastModifiedBy>Fernández-Golfín Arenillas, María</cp:lastModifiedBy>
  <cp:revision>1</cp:revision>
  <dcterms:created xsi:type="dcterms:W3CDTF">2023-10-19T11:06:34Z</dcterms:created>
  <dcterms:modified xsi:type="dcterms:W3CDTF">2025-03-06T10:33:48Z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0x010100674F433DA4CB3C46AF37F7ACC66AC7B4</vt:lpwstr>
  </property>
  <property fmtid="{D5CDD505-2E9C-101B-9397-08002B2CF9AE}" pid="3" name="MediaServiceImageTags">
    <vt:lpwstr/>
  </property>
</Properties>
</file>