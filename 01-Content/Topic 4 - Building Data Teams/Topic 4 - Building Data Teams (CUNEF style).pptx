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9"/>
    <p:sldId id="265" r:id="rId8"/>
    <p:sldId id="266" r:id="rId7"/>
    <p:sldId id="267" r:id="rId6"/>
    <p:sldId id="268" r:id="rId5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106" userDrawn="1">
          <p15:clr>
            <a:srgbClr val="A4A3A4"/>
          </p15:clr>
        </p15:guide>
        <p15:guide id="3" orient="horz" pos="3008" userDrawn="1">
          <p15:clr>
            <a:srgbClr val="A4A3A4"/>
          </p15:clr>
        </p15:guide>
        <p15:guide id="4" pos="42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CE8"/>
    <a:srgbClr val="D2E0F3"/>
    <a:srgbClr val="E6E2DC"/>
    <a:srgbClr val="E6E1DB"/>
    <a:srgbClr val="3585C6"/>
    <a:srgbClr val="71C2AD"/>
    <a:srgbClr val="292C63"/>
    <a:srgbClr val="41C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7106"/>
        <p:guide orient="horz" pos="3008"/>
        <p:guide pos="4226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11.xml"/><Relationship Id="rId8" Type="http://schemas.openxmlformats.org/officeDocument/2006/relationships/slide" Target="slides/slide10.xml"/><Relationship Id="rId9" Type="http://schemas.openxmlformats.org/officeDocument/2006/relationships/slide" Target="slides/slide9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ndaluce González, Pablo" userId="fb99eae6-ee12-4819-83ea-12d91091ae58" providerId="ADAL" clId="{8E7B9797-C0F7-4664-9EEC-9C24516803AC}"/>
    <pc:docChg chg="custSel modMainMaster">
      <pc:chgData name="Landaluce González, Pablo" userId="fb99eae6-ee12-4819-83ea-12d91091ae58" providerId="ADAL" clId="{8E7B9797-C0F7-4664-9EEC-9C24516803AC}" dt="2024-03-11T18:17:13.902" v="3" actId="6549"/>
      <pc:docMkLst>
        <pc:docMk/>
      </pc:docMkLst>
      <pc:sldMasterChg chg="modSldLayout">
        <pc:chgData name="Landaluce González, Pablo" userId="fb99eae6-ee12-4819-83ea-12d91091ae58" providerId="ADAL" clId="{8E7B9797-C0F7-4664-9EEC-9C24516803AC}" dt="2024-03-11T18:17:13.902" v="3" actId="6549"/>
        <pc:sldMasterMkLst>
          <pc:docMk/>
          <pc:sldMasterMk cId="98716707" sldId="2147483648"/>
        </pc:sldMasterMkLst>
        <pc:sldLayoutChg chg="addSp delSp modSp mod">
          <pc:chgData name="Landaluce González, Pablo" userId="fb99eae6-ee12-4819-83ea-12d91091ae58" providerId="ADAL" clId="{8E7B9797-C0F7-4664-9EEC-9C24516803AC}" dt="2024-03-11T18:15:11.605" v="2"/>
          <pc:sldLayoutMkLst>
            <pc:docMk/>
            <pc:sldMasterMk cId="98716707" sldId="2147483648"/>
            <pc:sldLayoutMk cId="604357215" sldId="2147483649"/>
          </pc:sldLayoutMkLst>
          <pc:picChg chg="add mod">
            <ac:chgData name="Landaluce González, Pablo" userId="fb99eae6-ee12-4819-83ea-12d91091ae58" providerId="ADAL" clId="{8E7B9797-C0F7-4664-9EEC-9C24516803AC}" dt="2024-03-11T18:15:11.605" v="2"/>
            <ac:picMkLst>
              <pc:docMk/>
              <pc:sldMasterMk cId="98716707" sldId="2147483648"/>
              <pc:sldLayoutMk cId="604357215" sldId="2147483649"/>
              <ac:picMk id="2" creationId="{8C4EC80D-1114-5D94-38E6-CA9D2741DC29}"/>
            </ac:picMkLst>
          </pc:picChg>
          <pc:picChg chg="del mod">
            <ac:chgData name="Landaluce González, Pablo" userId="fb99eae6-ee12-4819-83ea-12d91091ae58" providerId="ADAL" clId="{8E7B9797-C0F7-4664-9EEC-9C24516803AC}" dt="2024-03-11T18:14:44.014" v="1" actId="478"/>
            <ac:picMkLst>
              <pc:docMk/>
              <pc:sldMasterMk cId="98716707" sldId="2147483648"/>
              <pc:sldLayoutMk cId="604357215" sldId="2147483649"/>
              <ac:picMk id="4" creationId="{9D5B5096-77EC-E8E1-7901-8E8466C30AF2}"/>
            </ac:picMkLst>
          </pc:picChg>
        </pc:sldLayoutChg>
        <pc:sldLayoutChg chg="modSp mod">
          <pc:chgData name="Landaluce González, Pablo" userId="fb99eae6-ee12-4819-83ea-12d91091ae58" providerId="ADAL" clId="{8E7B9797-C0F7-4664-9EEC-9C24516803AC}" dt="2024-03-11T18:17:13.902" v="3" actId="6549"/>
          <pc:sldLayoutMkLst>
            <pc:docMk/>
            <pc:sldMasterMk cId="98716707" sldId="2147483648"/>
            <pc:sldLayoutMk cId="937558374" sldId="2147483665"/>
          </pc:sldLayoutMkLst>
          <pc:spChg chg="mod">
            <ac:chgData name="Landaluce González, Pablo" userId="fb99eae6-ee12-4819-83ea-12d91091ae58" providerId="ADAL" clId="{8E7B9797-C0F7-4664-9EEC-9C24516803AC}" dt="2024-03-11T18:17:13.902" v="3" actId="6549"/>
            <ac:spMkLst>
              <pc:docMk/>
              <pc:sldMasterMk cId="98716707" sldId="2147483648"/>
              <pc:sldLayoutMk cId="937558374" sldId="2147483665"/>
              <ac:spMk id="15" creationId="{1F4BBCDA-C321-5ED1-BC69-C3160B29B26F}"/>
            </ac:spMkLst>
          </pc:sp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bg>
      <p:bgPr>
        <a:solidFill>
          <a:srgbClr val="E6E2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4769900-A804-2672-C3BE-D84550411284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6E2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785F66A4-8FAC-F201-EE6A-27CBB006DC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988" y="2110105"/>
            <a:ext cx="4142422" cy="915035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 documento de dos líneas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2AE04761-25F3-D7A8-036E-4AD9084065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1988" y="3142932"/>
            <a:ext cx="5722937" cy="78549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8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Subtítulo </a:t>
            </a:r>
            <a:r>
              <a:rPr lang="es-ES" err="1"/>
              <a:t>adit</a:t>
            </a:r>
            <a:r>
              <a:rPr lang="es-ES"/>
              <a:t> </a:t>
            </a:r>
            <a:r>
              <a:rPr lang="es-ES" err="1"/>
              <a:t>odipsae</a:t>
            </a:r>
            <a:r>
              <a:rPr lang="es-ES"/>
              <a:t> </a:t>
            </a:r>
            <a:r>
              <a:rPr lang="es-ES" err="1"/>
              <a:t>stiumquisin</a:t>
            </a:r>
            <a:r>
              <a:rPr lang="es-ES"/>
              <a:t> </a:t>
            </a:r>
          </a:p>
          <a:p>
            <a:pPr lvl="0"/>
            <a:r>
              <a:rPr lang="es-ES" err="1"/>
              <a:t>perem</a:t>
            </a:r>
            <a:r>
              <a:rPr lang="es-ES"/>
              <a:t> </a:t>
            </a:r>
            <a:r>
              <a:rPr lang="es-ES" err="1"/>
              <a:t>maiorae</a:t>
            </a:r>
            <a:r>
              <a:rPr lang="es-ES"/>
              <a:t> </a:t>
            </a:r>
            <a:r>
              <a:rPr lang="es-ES" err="1"/>
              <a:t>oditia</a:t>
            </a:r>
            <a:endParaRPr lang="es-ES"/>
          </a:p>
        </p:txBody>
      </p:sp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AAC6B9C5-172F-F292-D89F-17FF6C0D80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94"/>
          <a:stretch/>
        </p:blipFill>
        <p:spPr bwMode="auto">
          <a:xfrm>
            <a:off x="376236" y="644206"/>
            <a:ext cx="2154445" cy="91154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" name="Imagen 1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8C4EC80D-1114-5D94-38E6-CA9D2741DC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69" t="11874" r="27596"/>
          <a:stretch/>
        </p:blipFill>
        <p:spPr>
          <a:xfrm>
            <a:off x="5010149" y="0"/>
            <a:ext cx="71818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357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4" userDrawn="1">
          <p15:clr>
            <a:srgbClr val="FBAE40"/>
          </p15:clr>
        </p15:guide>
        <p15:guide id="2" pos="415" userDrawn="1">
          <p15:clr>
            <a:srgbClr val="FBAE40"/>
          </p15:clr>
        </p15:guide>
        <p15:guide id="3" pos="7242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rafo introduc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B8C2BD75-ACFC-641C-36E7-E5802EECC5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512" y="2386330"/>
            <a:ext cx="5005387" cy="1623695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es-ES"/>
              <a:t>Ut </a:t>
            </a:r>
            <a:r>
              <a:rPr lang="es-ES" err="1"/>
              <a:t>ant</a:t>
            </a:r>
            <a:r>
              <a:rPr lang="es-ES"/>
              <a:t> </a:t>
            </a:r>
            <a:r>
              <a:rPr lang="es-ES" err="1"/>
              <a:t>eium</a:t>
            </a:r>
            <a:r>
              <a:rPr lang="es-ES"/>
              <a:t> </a:t>
            </a:r>
            <a:r>
              <a:rPr lang="es-ES" err="1"/>
              <a:t>dolorep</a:t>
            </a:r>
            <a:r>
              <a:rPr lang="es-ES"/>
              <a:t> </a:t>
            </a:r>
            <a:r>
              <a:rPr lang="es-ES" err="1"/>
              <a:t>elescip</a:t>
            </a:r>
            <a:r>
              <a:rPr lang="es-ES"/>
              <a:t> </a:t>
            </a:r>
            <a:r>
              <a:rPr lang="es-ES" err="1"/>
              <a:t>sapiti</a:t>
            </a:r>
            <a:r>
              <a:rPr lang="es-ES"/>
              <a:t> </a:t>
            </a:r>
            <a:r>
              <a:rPr lang="es-ES" err="1"/>
              <a:t>diti</a:t>
            </a:r>
            <a:r>
              <a:rPr lang="es-ES"/>
              <a:t> </a:t>
            </a:r>
            <a:r>
              <a:rPr lang="es-ES" err="1"/>
              <a:t>reri</a:t>
            </a:r>
            <a:r>
              <a:rPr lang="es-ES"/>
              <a:t> re </a:t>
            </a:r>
            <a:r>
              <a:rPr lang="es-ES" err="1"/>
              <a:t>soluptae</a:t>
            </a:r>
            <a:r>
              <a:rPr lang="es-ES"/>
              <a:t> nihil </a:t>
            </a:r>
            <a:r>
              <a:rPr lang="es-ES" err="1"/>
              <a:t>imporer</a:t>
            </a:r>
            <a:r>
              <a:rPr lang="es-ES"/>
              <a:t> </a:t>
            </a:r>
            <a:r>
              <a:rPr lang="es-ES" err="1"/>
              <a:t>spictatusdae</a:t>
            </a:r>
            <a:r>
              <a:rPr lang="es-ES"/>
              <a:t> re </a:t>
            </a:r>
            <a:r>
              <a:rPr lang="es-ES" err="1"/>
              <a:t>escienis</a:t>
            </a:r>
            <a:r>
              <a:rPr lang="es-ES"/>
              <a:t> </a:t>
            </a:r>
            <a:r>
              <a:rPr lang="es-ES" err="1"/>
              <a:t>solest</a:t>
            </a:r>
            <a:r>
              <a:rPr lang="es-ES"/>
              <a:t>, </a:t>
            </a:r>
            <a:r>
              <a:rPr lang="es-ES" err="1"/>
              <a:t>sit</a:t>
            </a:r>
            <a:r>
              <a:rPr lang="es-ES"/>
              <a:t>, que si</a:t>
            </a:r>
          </a:p>
        </p:txBody>
      </p:sp>
      <p:pic>
        <p:nvPicPr>
          <p:cNvPr id="4" name="Imagen 3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BB1D5036-517A-E5A7-3FD9-6D844D3FA3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" y="0"/>
            <a:ext cx="121865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30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B8C2BD75-ACFC-641C-36E7-E5802EECC5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3" y="1186181"/>
            <a:ext cx="1884362" cy="4902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>
              <a:lnSpc>
                <a:spcPct val="100000"/>
              </a:lnSpc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s-ES"/>
              <a:t>Índice</a:t>
            </a:r>
          </a:p>
        </p:txBody>
      </p:sp>
      <p:sp>
        <p:nvSpPr>
          <p:cNvPr id="3" name="Marcador de texto 14">
            <a:extLst>
              <a:ext uri="{FF2B5EF4-FFF2-40B4-BE49-F238E27FC236}">
                <a16:creationId xmlns:a16="http://schemas.microsoft.com/office/drawing/2014/main" id="{D013D3AA-7DE7-B72C-9017-E661BDE115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4" y="2838133"/>
            <a:ext cx="1751483" cy="8766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capítulo de varias líneas </a:t>
            </a:r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5" name="Marcador de texto 14">
            <a:extLst>
              <a:ext uri="{FF2B5EF4-FFF2-40B4-BE49-F238E27FC236}">
                <a16:creationId xmlns:a16="http://schemas.microsoft.com/office/drawing/2014/main" id="{7DF71B42-DE35-441A-0375-C557C05AA4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3" y="2083694"/>
            <a:ext cx="690562" cy="4975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01</a:t>
            </a:r>
          </a:p>
        </p:txBody>
      </p:sp>
      <p:sp>
        <p:nvSpPr>
          <p:cNvPr id="28" name="Marcador de texto 14">
            <a:extLst>
              <a:ext uri="{FF2B5EF4-FFF2-40B4-BE49-F238E27FC236}">
                <a16:creationId xmlns:a16="http://schemas.microsoft.com/office/drawing/2014/main" id="{D5BF7A5A-81D1-9A0F-064F-4ACAACA401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39907" y="2838133"/>
            <a:ext cx="1751483" cy="8766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capítulo de varias líneas </a:t>
            </a:r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30" name="Marcador de texto 14">
            <a:extLst>
              <a:ext uri="{FF2B5EF4-FFF2-40B4-BE49-F238E27FC236}">
                <a16:creationId xmlns:a16="http://schemas.microsoft.com/office/drawing/2014/main" id="{84750F13-792D-892C-2CCE-054CFD685C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39906" y="2083694"/>
            <a:ext cx="690562" cy="4975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02</a:t>
            </a:r>
          </a:p>
        </p:txBody>
      </p:sp>
      <p:sp>
        <p:nvSpPr>
          <p:cNvPr id="31" name="Marcador de texto 14">
            <a:extLst>
              <a:ext uri="{FF2B5EF4-FFF2-40B4-BE49-F238E27FC236}">
                <a16:creationId xmlns:a16="http://schemas.microsoft.com/office/drawing/2014/main" id="{BE2345BB-E98B-6509-7BD2-127910BC6CF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1000" y="2838133"/>
            <a:ext cx="1751483" cy="8766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capítulo de varias líneas </a:t>
            </a:r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33" name="Marcador de texto 14">
            <a:extLst>
              <a:ext uri="{FF2B5EF4-FFF2-40B4-BE49-F238E27FC236}">
                <a16:creationId xmlns:a16="http://schemas.microsoft.com/office/drawing/2014/main" id="{06410D2A-694B-AE1D-DEBC-5CFAEF1AFC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20999" y="2083694"/>
            <a:ext cx="690562" cy="4975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03</a:t>
            </a:r>
          </a:p>
        </p:txBody>
      </p:sp>
      <p:sp>
        <p:nvSpPr>
          <p:cNvPr id="34" name="Marcador de texto 14">
            <a:extLst>
              <a:ext uri="{FF2B5EF4-FFF2-40B4-BE49-F238E27FC236}">
                <a16:creationId xmlns:a16="http://schemas.microsoft.com/office/drawing/2014/main" id="{2A72A2BB-D203-FF6F-D1F9-CC00C4A546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02092" y="2838133"/>
            <a:ext cx="1751483" cy="8766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capítulo de varias líneas </a:t>
            </a:r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36" name="Marcador de texto 14">
            <a:extLst>
              <a:ext uri="{FF2B5EF4-FFF2-40B4-BE49-F238E27FC236}">
                <a16:creationId xmlns:a16="http://schemas.microsoft.com/office/drawing/2014/main" id="{FD9B8094-711C-F61A-616F-C19C0A3D75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02091" y="2083694"/>
            <a:ext cx="690562" cy="4975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04</a:t>
            </a:r>
          </a:p>
        </p:txBody>
      </p:sp>
      <p:sp>
        <p:nvSpPr>
          <p:cNvPr id="37" name="Marcador de texto 14">
            <a:extLst>
              <a:ext uri="{FF2B5EF4-FFF2-40B4-BE49-F238E27FC236}">
                <a16:creationId xmlns:a16="http://schemas.microsoft.com/office/drawing/2014/main" id="{6E903429-D19F-D851-D81D-4939E68DC80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814" y="4797152"/>
            <a:ext cx="1751483" cy="8766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capítulo de varias líneas </a:t>
            </a:r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39" name="Marcador de texto 14">
            <a:extLst>
              <a:ext uri="{FF2B5EF4-FFF2-40B4-BE49-F238E27FC236}">
                <a16:creationId xmlns:a16="http://schemas.microsoft.com/office/drawing/2014/main" id="{222C4160-E0D4-1EE4-042F-0AF5F069E24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8813" y="4042713"/>
            <a:ext cx="690562" cy="4975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05</a:t>
            </a:r>
          </a:p>
        </p:txBody>
      </p:sp>
      <p:sp>
        <p:nvSpPr>
          <p:cNvPr id="40" name="Marcador de texto 14">
            <a:extLst>
              <a:ext uri="{FF2B5EF4-FFF2-40B4-BE49-F238E27FC236}">
                <a16:creationId xmlns:a16="http://schemas.microsoft.com/office/drawing/2014/main" id="{DE70AC62-D590-2BF0-85F9-5FDE7E122F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39907" y="4797152"/>
            <a:ext cx="1751483" cy="8766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capítulo de varias líneas </a:t>
            </a:r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42" name="Marcador de texto 14">
            <a:extLst>
              <a:ext uri="{FF2B5EF4-FFF2-40B4-BE49-F238E27FC236}">
                <a16:creationId xmlns:a16="http://schemas.microsoft.com/office/drawing/2014/main" id="{B5B84894-CDCC-175C-7B70-D6E895A6F4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39906" y="4042713"/>
            <a:ext cx="690562" cy="4975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06</a:t>
            </a:r>
          </a:p>
        </p:txBody>
      </p:sp>
      <p:sp>
        <p:nvSpPr>
          <p:cNvPr id="43" name="Marcador de texto 14">
            <a:extLst>
              <a:ext uri="{FF2B5EF4-FFF2-40B4-BE49-F238E27FC236}">
                <a16:creationId xmlns:a16="http://schemas.microsoft.com/office/drawing/2014/main" id="{95D3E676-9D28-6FB4-9768-EF504F88CB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1000" y="4797152"/>
            <a:ext cx="1751483" cy="8766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capítulo de varias líneas </a:t>
            </a:r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45" name="Marcador de texto 14">
            <a:extLst>
              <a:ext uri="{FF2B5EF4-FFF2-40B4-BE49-F238E27FC236}">
                <a16:creationId xmlns:a16="http://schemas.microsoft.com/office/drawing/2014/main" id="{DE9C597A-92B4-8B49-CAF4-C2157AFCEAE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20999" y="4042713"/>
            <a:ext cx="690562" cy="4975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07</a:t>
            </a:r>
          </a:p>
        </p:txBody>
      </p:sp>
      <p:sp>
        <p:nvSpPr>
          <p:cNvPr id="46" name="Marcador de texto 14">
            <a:extLst>
              <a:ext uri="{FF2B5EF4-FFF2-40B4-BE49-F238E27FC236}">
                <a16:creationId xmlns:a16="http://schemas.microsoft.com/office/drawing/2014/main" id="{4BC53614-A8A5-341F-9D01-EE77DEB1371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2092" y="4797152"/>
            <a:ext cx="1751483" cy="8766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capítulo de varias líneas </a:t>
            </a:r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48" name="Marcador de texto 14">
            <a:extLst>
              <a:ext uri="{FF2B5EF4-FFF2-40B4-BE49-F238E27FC236}">
                <a16:creationId xmlns:a16="http://schemas.microsoft.com/office/drawing/2014/main" id="{326537C9-4593-E0E0-C930-479DD81A73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02091" y="4042713"/>
            <a:ext cx="690562" cy="4975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08</a:t>
            </a:r>
          </a:p>
        </p:txBody>
      </p:sp>
      <p:sp>
        <p:nvSpPr>
          <p:cNvPr id="53" name="Marcador de texto 14">
            <a:extLst>
              <a:ext uri="{FF2B5EF4-FFF2-40B4-BE49-F238E27FC236}">
                <a16:creationId xmlns:a16="http://schemas.microsoft.com/office/drawing/2014/main" id="{AAF55C88-F8AA-4FF5-AB81-F273B4FDC7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8813" y="6385912"/>
            <a:ext cx="2511106" cy="15204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de documento</a:t>
            </a:r>
          </a:p>
        </p:txBody>
      </p: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46CDD4FB-A6FE-5995-F250-C77F455AFC0C}"/>
              </a:ext>
            </a:extLst>
          </p:cNvPr>
          <p:cNvCxnSpPr>
            <a:cxnSpLocks/>
          </p:cNvCxnSpPr>
          <p:nvPr userDrawn="1"/>
        </p:nvCxnSpPr>
        <p:spPr>
          <a:xfrm flipH="1">
            <a:off x="658813" y="6584950"/>
            <a:ext cx="1040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 descr="Fondo negro con letras blancas&#10;&#10;Descripción generada automáticamente con confianza media">
            <a:extLst>
              <a:ext uri="{FF2B5EF4-FFF2-40B4-BE49-F238E27FC236}">
                <a16:creationId xmlns:a16="http://schemas.microsoft.com/office/drawing/2014/main" id="{23D73733-36A4-182E-13FC-903CA49BF2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699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illa">
    <p:bg>
      <p:bgPr>
        <a:solidFill>
          <a:srgbClr val="E6E1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ítulo 11">
            <a:extLst>
              <a:ext uri="{FF2B5EF4-FFF2-40B4-BE49-F238E27FC236}">
                <a16:creationId xmlns:a16="http://schemas.microsoft.com/office/drawing/2014/main" id="{4EA3274B-A120-5803-BCBE-E5943BBC9D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14563" y="1795780"/>
            <a:ext cx="4142422" cy="91503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defRPr sz="11500" b="1">
                <a:solidFill>
                  <a:schemeClr val="accent1"/>
                </a:solidFill>
              </a:defRPr>
            </a:lvl1pPr>
          </a:lstStyle>
          <a:p>
            <a:r>
              <a:rPr lang="es-ES"/>
              <a:t>01</a:t>
            </a:r>
          </a:p>
        </p:txBody>
      </p:sp>
      <p:sp>
        <p:nvSpPr>
          <p:cNvPr id="365" name="Marcador de texto 14">
            <a:extLst>
              <a:ext uri="{FF2B5EF4-FFF2-40B4-BE49-F238E27FC236}">
                <a16:creationId xmlns:a16="http://schemas.microsoft.com/office/drawing/2014/main" id="{CCD1AB8B-C910-7A9A-6288-D2F3D0DF24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52663" y="3638232"/>
            <a:ext cx="5722937" cy="78549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Título capítulo</a:t>
            </a:r>
          </a:p>
        </p:txBody>
      </p:sp>
      <p:cxnSp>
        <p:nvCxnSpPr>
          <p:cNvPr id="367" name="Conector recto 366">
            <a:extLst>
              <a:ext uri="{FF2B5EF4-FFF2-40B4-BE49-F238E27FC236}">
                <a16:creationId xmlns:a16="http://schemas.microsoft.com/office/drawing/2014/main" id="{C9C99048-912D-78A1-8A77-0FE3E452CA08}"/>
              </a:ext>
            </a:extLst>
          </p:cNvPr>
          <p:cNvCxnSpPr/>
          <p:nvPr userDrawn="1"/>
        </p:nvCxnSpPr>
        <p:spPr>
          <a:xfrm>
            <a:off x="2324100" y="3333750"/>
            <a:ext cx="136207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A312F943-FD23-0457-F0A2-35BE0CEF55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031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arrafos (fondo colo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69B8B0FD-F99F-C36E-5DF7-41F9C5345C23}"/>
              </a:ext>
            </a:extLst>
          </p:cNvPr>
          <p:cNvSpPr/>
          <p:nvPr userDrawn="1"/>
        </p:nvSpPr>
        <p:spPr>
          <a:xfrm>
            <a:off x="0" y="809625"/>
            <a:ext cx="12192000" cy="6048375"/>
          </a:xfrm>
          <a:prstGeom prst="rect">
            <a:avLst/>
          </a:prstGeom>
          <a:solidFill>
            <a:srgbClr val="E6E1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Marcador de texto 14">
            <a:extLst>
              <a:ext uri="{FF2B5EF4-FFF2-40B4-BE49-F238E27FC236}">
                <a16:creationId xmlns:a16="http://schemas.microsoft.com/office/drawing/2014/main" id="{FDB86E71-7330-B83A-0840-DCAEB7892A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8813" y="6385912"/>
            <a:ext cx="2511106" cy="15204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de documento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D5D0C39-D161-B5CC-4D66-9D3E56A60623}"/>
              </a:ext>
            </a:extLst>
          </p:cNvPr>
          <p:cNvCxnSpPr>
            <a:cxnSpLocks/>
          </p:cNvCxnSpPr>
          <p:nvPr userDrawn="1"/>
        </p:nvCxnSpPr>
        <p:spPr>
          <a:xfrm flipH="1">
            <a:off x="658813" y="6584950"/>
            <a:ext cx="1040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texto 14">
            <a:extLst>
              <a:ext uri="{FF2B5EF4-FFF2-40B4-BE49-F238E27FC236}">
                <a16:creationId xmlns:a16="http://schemas.microsoft.com/office/drawing/2014/main" id="{CBF71479-BCD1-668D-1A0E-A239ECE808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3" y="938213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01 | Título Capítulo</a:t>
            </a:r>
          </a:p>
        </p:txBody>
      </p:sp>
      <p:sp>
        <p:nvSpPr>
          <p:cNvPr id="2" name="Marcador de texto 14">
            <a:extLst>
              <a:ext uri="{FF2B5EF4-FFF2-40B4-BE49-F238E27FC236}">
                <a16:creationId xmlns:a16="http://schemas.microsoft.com/office/drawing/2014/main" id="{55009720-7BAC-F776-31E8-AAF78E52BA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8813" y="2329830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Título párrafo</a:t>
            </a:r>
          </a:p>
        </p:txBody>
      </p:sp>
      <p:sp>
        <p:nvSpPr>
          <p:cNvPr id="3" name="Marcador de texto 14">
            <a:extLst>
              <a:ext uri="{FF2B5EF4-FFF2-40B4-BE49-F238E27FC236}">
                <a16:creationId xmlns:a16="http://schemas.microsoft.com/office/drawing/2014/main" id="{9C249210-CAFF-6930-F5A8-75465818BD6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8813" y="2664678"/>
            <a:ext cx="3179762" cy="26921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Subtítulo </a:t>
            </a:r>
            <a:r>
              <a:rPr lang="es-ES" err="1"/>
              <a:t>adit</a:t>
            </a:r>
            <a:r>
              <a:rPr lang="es-ES"/>
              <a:t> </a:t>
            </a:r>
            <a:r>
              <a:rPr lang="es-ES" err="1"/>
              <a:t>odipsae</a:t>
            </a:r>
            <a:r>
              <a:rPr lang="es-ES"/>
              <a:t> </a:t>
            </a:r>
            <a:r>
              <a:rPr lang="es-ES" err="1"/>
              <a:t>stiumquisin</a:t>
            </a:r>
            <a:r>
              <a:rPr lang="es-ES"/>
              <a:t> </a:t>
            </a:r>
            <a:r>
              <a:rPr lang="es-ES" err="1"/>
              <a:t>perem</a:t>
            </a:r>
            <a:r>
              <a:rPr lang="es-ES"/>
              <a:t> </a:t>
            </a:r>
            <a:r>
              <a:rPr lang="es-ES" err="1"/>
              <a:t>maiorae</a:t>
            </a:r>
            <a:r>
              <a:rPr lang="es-ES"/>
              <a:t> </a:t>
            </a:r>
            <a:r>
              <a:rPr lang="es-ES" err="1"/>
              <a:t>oditiaOtatem</a:t>
            </a:r>
            <a:r>
              <a:rPr lang="es-ES"/>
              <a:t> ut </a:t>
            </a:r>
            <a:r>
              <a:rPr lang="es-ES" err="1"/>
              <a:t>explam</a:t>
            </a:r>
            <a:r>
              <a:rPr lang="es-ES"/>
              <a:t> </a:t>
            </a:r>
            <a:r>
              <a:rPr lang="es-ES" err="1"/>
              <a:t>volupta</a:t>
            </a:r>
            <a:r>
              <a:rPr lang="es-ES"/>
              <a:t> </a:t>
            </a:r>
            <a:r>
              <a:rPr lang="es-ES" err="1"/>
              <a:t>tusdam</a:t>
            </a:r>
            <a:r>
              <a:rPr lang="es-ES"/>
              <a:t> </a:t>
            </a:r>
            <a:r>
              <a:rPr lang="es-ES" err="1"/>
              <a:t>fugia</a:t>
            </a:r>
            <a:r>
              <a:rPr lang="es-ES"/>
              <a:t> non </a:t>
            </a:r>
            <a:r>
              <a:rPr lang="es-ES" err="1"/>
              <a:t>pore</a:t>
            </a:r>
            <a:r>
              <a:rPr lang="es-ES"/>
              <a:t> </a:t>
            </a:r>
            <a:r>
              <a:rPr lang="es-ES" err="1"/>
              <a:t>lantorat</a:t>
            </a:r>
            <a:r>
              <a:rPr lang="es-ES"/>
              <a:t> </a:t>
            </a:r>
            <a:r>
              <a:rPr lang="es-ES" err="1"/>
              <a:t>ulparum</a:t>
            </a:r>
            <a:r>
              <a:rPr lang="es-ES"/>
              <a:t> </a:t>
            </a:r>
            <a:r>
              <a:rPr lang="es-ES" err="1"/>
              <a:t>expellabo</a:t>
            </a:r>
            <a:r>
              <a:rPr lang="es-ES"/>
              <a:t>. </a:t>
            </a:r>
            <a:r>
              <a:rPr lang="es-ES" err="1"/>
              <a:t>Pelenistia</a:t>
            </a:r>
            <a:r>
              <a:rPr lang="es-ES"/>
              <a:t> </a:t>
            </a:r>
            <a:r>
              <a:rPr lang="es-ES" err="1"/>
              <a:t>dolupta</a:t>
            </a:r>
            <a:r>
              <a:rPr lang="es-ES"/>
              <a:t> </a:t>
            </a:r>
            <a:r>
              <a:rPr lang="es-ES" err="1"/>
              <a:t>tiuntis</a:t>
            </a:r>
            <a:r>
              <a:rPr lang="es-ES"/>
              <a:t> et </a:t>
            </a:r>
            <a:r>
              <a:rPr lang="es-ES" err="1"/>
              <a:t>vit</a:t>
            </a:r>
            <a:r>
              <a:rPr lang="es-ES"/>
              <a:t> </a:t>
            </a:r>
            <a:r>
              <a:rPr lang="es-ES" err="1"/>
              <a:t>hariae</a:t>
            </a:r>
            <a:r>
              <a:rPr lang="es-ES"/>
              <a:t> </a:t>
            </a:r>
            <a:r>
              <a:rPr lang="es-ES" err="1"/>
              <a:t>nonsed</a:t>
            </a:r>
            <a:r>
              <a:rPr lang="es-ES"/>
              <a:t> et </a:t>
            </a:r>
            <a:r>
              <a:rPr lang="es-ES" err="1"/>
              <a:t>lautem</a:t>
            </a:r>
            <a:r>
              <a:rPr lang="es-ES"/>
              <a:t> </a:t>
            </a:r>
            <a:r>
              <a:rPr lang="es-ES" err="1"/>
              <a:t>conserum</a:t>
            </a:r>
            <a:r>
              <a:rPr lang="es-ES"/>
              <a:t> </a:t>
            </a:r>
            <a:r>
              <a:rPr lang="es-ES" err="1"/>
              <a:t>excerum</a:t>
            </a:r>
            <a:r>
              <a:rPr lang="es-ES"/>
              <a:t> </a:t>
            </a:r>
            <a:r>
              <a:rPr lang="es-ES" err="1"/>
              <a:t>sitibus</a:t>
            </a:r>
            <a:r>
              <a:rPr lang="es-ES"/>
              <a:t> ni </a:t>
            </a:r>
            <a:r>
              <a:rPr lang="es-ES" err="1"/>
              <a:t>cus</a:t>
            </a:r>
            <a:r>
              <a:rPr lang="es-ES"/>
              <a:t>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auda</a:t>
            </a:r>
            <a:r>
              <a:rPr lang="es-ES"/>
              <a:t> </a:t>
            </a:r>
            <a:r>
              <a:rPr lang="es-ES" err="1"/>
              <a:t>natis</a:t>
            </a:r>
            <a:r>
              <a:rPr lang="es-ES"/>
              <a:t> </a:t>
            </a:r>
            <a:r>
              <a:rPr lang="es-ES" err="1"/>
              <a:t>acest</a:t>
            </a:r>
            <a:r>
              <a:rPr lang="es-ES"/>
              <a:t>, </a:t>
            </a:r>
            <a:r>
              <a:rPr lang="es-ES" err="1"/>
              <a:t>soluptatio</a:t>
            </a:r>
            <a:r>
              <a:rPr lang="es-ES"/>
              <a:t> </a:t>
            </a:r>
            <a:r>
              <a:rPr lang="es-ES" err="1"/>
              <a:t>eossequibus</a:t>
            </a:r>
            <a:r>
              <a:rPr lang="es-ES"/>
              <a:t> </a:t>
            </a:r>
            <a:r>
              <a:rPr lang="es-ES" err="1"/>
              <a:t>molupti</a:t>
            </a:r>
            <a:r>
              <a:rPr lang="es-ES"/>
              <a:t> </a:t>
            </a:r>
            <a:r>
              <a:rPr lang="es-ES" err="1"/>
              <a:t>aturerunt</a:t>
            </a:r>
            <a:r>
              <a:rPr lang="es-ES"/>
              <a:t> </a:t>
            </a:r>
            <a:r>
              <a:rPr lang="es-ES" err="1"/>
              <a:t>estrum</a:t>
            </a:r>
            <a:r>
              <a:rPr lang="es-ES"/>
              <a:t> </a:t>
            </a:r>
            <a:r>
              <a:rPr lang="es-ES" err="1"/>
              <a:t>quat</a:t>
            </a:r>
            <a:endParaRPr lang="es-ES"/>
          </a:p>
          <a:p>
            <a:pPr lvl="0"/>
            <a:r>
              <a:rPr lang="es-ES"/>
              <a:t>Pe </a:t>
            </a:r>
            <a:r>
              <a:rPr lang="es-ES" err="1"/>
              <a:t>pa</a:t>
            </a:r>
            <a:r>
              <a:rPr lang="es-ES"/>
              <a:t> </a:t>
            </a:r>
            <a:r>
              <a:rPr lang="es-ES" err="1"/>
              <a:t>quate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</a:t>
            </a:r>
            <a:r>
              <a:rPr lang="es-ES" err="1"/>
              <a:t>deliciet</a:t>
            </a:r>
            <a:r>
              <a:rPr lang="es-ES"/>
              <a:t> </a:t>
            </a:r>
            <a:r>
              <a:rPr lang="es-ES" err="1"/>
              <a:t>ati</a:t>
            </a:r>
            <a:r>
              <a:rPr lang="es-ES"/>
              <a:t> </a:t>
            </a:r>
            <a:r>
              <a:rPr lang="es-ES" err="1"/>
              <a:t>volupiendis</a:t>
            </a:r>
            <a:r>
              <a:rPr lang="es-ES"/>
              <a:t> di </a:t>
            </a:r>
            <a:r>
              <a:rPr lang="es-ES" err="1"/>
              <a:t>audanda</a:t>
            </a:r>
            <a:r>
              <a:rPr lang="es-ES"/>
              <a:t> </a:t>
            </a:r>
            <a:r>
              <a:rPr lang="es-ES" err="1"/>
              <a:t>dolorep</a:t>
            </a:r>
            <a:r>
              <a:rPr lang="es-ES"/>
              <a:t> </a:t>
            </a:r>
            <a:r>
              <a:rPr lang="es-ES" err="1"/>
              <a:t>eriore</a:t>
            </a:r>
            <a:r>
              <a:rPr lang="es-ES"/>
              <a:t> </a:t>
            </a:r>
            <a:r>
              <a:rPr lang="es-ES" err="1"/>
              <a:t>perferi</a:t>
            </a:r>
            <a:r>
              <a:rPr lang="es-ES"/>
              <a:t> </a:t>
            </a:r>
            <a:r>
              <a:rPr lang="es-ES" err="1"/>
              <a:t>commolor</a:t>
            </a:r>
            <a:r>
              <a:rPr lang="es-ES"/>
              <a:t> </a:t>
            </a:r>
            <a:r>
              <a:rPr lang="es-ES" err="1"/>
              <a:t>sapeles</a:t>
            </a:r>
            <a:r>
              <a:rPr lang="es-ES"/>
              <a:t> </a:t>
            </a:r>
            <a:r>
              <a:rPr lang="es-ES" err="1"/>
              <a:t>ecaborr</a:t>
            </a:r>
            <a:r>
              <a:rPr lang="es-ES"/>
              <a:t> </a:t>
            </a:r>
            <a:r>
              <a:rPr lang="es-ES" err="1"/>
              <a:t>ovitectur</a:t>
            </a:r>
            <a:r>
              <a:rPr lang="es-ES"/>
              <a:t> </a:t>
            </a:r>
            <a:r>
              <a:rPr lang="es-ES" err="1"/>
              <a:t>simaxim</a:t>
            </a:r>
            <a:r>
              <a:rPr lang="es-ES"/>
              <a:t> </a:t>
            </a:r>
            <a:r>
              <a:rPr lang="es-ES" err="1"/>
              <a:t>olorecum</a:t>
            </a:r>
            <a:r>
              <a:rPr lang="es-ES"/>
              <a:t> si sunt </a:t>
            </a:r>
            <a:r>
              <a:rPr lang="es-ES" err="1"/>
              <a:t>lat</a:t>
            </a:r>
            <a:r>
              <a:rPr lang="es-ES"/>
              <a:t> </a:t>
            </a:r>
            <a:r>
              <a:rPr lang="es-ES" err="1"/>
              <a:t>pliquid</a:t>
            </a:r>
            <a:r>
              <a:rPr lang="es-ES"/>
              <a:t> </a:t>
            </a:r>
            <a:r>
              <a:rPr lang="es-ES" err="1"/>
              <a:t>estrum</a:t>
            </a:r>
            <a:r>
              <a:rPr lang="es-ES"/>
              <a:t> </a:t>
            </a:r>
            <a:r>
              <a:rPr lang="es-ES" err="1"/>
              <a:t>estotam</a:t>
            </a:r>
            <a:r>
              <a:rPr lang="es-ES"/>
              <a:t> </a:t>
            </a:r>
            <a:r>
              <a:rPr lang="es-ES" err="1"/>
              <a:t>nateculparum</a:t>
            </a:r>
            <a:r>
              <a:rPr lang="es-ES"/>
              <a:t>.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FD6712E3-565D-62ED-A6FA-918BBBAEE31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07818" y="2329830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Título párrafo</a:t>
            </a:r>
          </a:p>
        </p:txBody>
      </p:sp>
      <p:sp>
        <p:nvSpPr>
          <p:cNvPr id="16" name="Marcador de texto 14">
            <a:extLst>
              <a:ext uri="{FF2B5EF4-FFF2-40B4-BE49-F238E27FC236}">
                <a16:creationId xmlns:a16="http://schemas.microsoft.com/office/drawing/2014/main" id="{22B2F8A0-CA62-8912-3F02-A33C602FED9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07818" y="2664678"/>
            <a:ext cx="3179762" cy="26921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s-ES" sz="1200" b="0" dirty="0"/>
            </a:lvl1pPr>
          </a:lstStyle>
          <a:p>
            <a:pPr marL="0" lvl="0" indent="0">
              <a:lnSpc>
                <a:spcPct val="120000"/>
              </a:lnSpc>
              <a:buNone/>
            </a:pPr>
            <a:r>
              <a:rPr lang="es-ES"/>
              <a:t>Subtítulo </a:t>
            </a:r>
            <a:r>
              <a:rPr lang="es-ES" err="1"/>
              <a:t>adit</a:t>
            </a:r>
            <a:r>
              <a:rPr lang="es-ES"/>
              <a:t> </a:t>
            </a:r>
            <a:r>
              <a:rPr lang="es-ES" err="1"/>
              <a:t>odipsae</a:t>
            </a:r>
            <a:r>
              <a:rPr lang="es-ES"/>
              <a:t> </a:t>
            </a:r>
            <a:r>
              <a:rPr lang="es-ES" err="1"/>
              <a:t>stiumquisin</a:t>
            </a:r>
            <a:r>
              <a:rPr lang="es-ES"/>
              <a:t> </a:t>
            </a:r>
            <a:r>
              <a:rPr lang="es-ES" err="1"/>
              <a:t>perem</a:t>
            </a:r>
            <a:r>
              <a:rPr lang="es-ES"/>
              <a:t> </a:t>
            </a:r>
            <a:r>
              <a:rPr lang="es-ES" err="1"/>
              <a:t>maiorae</a:t>
            </a:r>
            <a:r>
              <a:rPr lang="es-ES"/>
              <a:t> </a:t>
            </a:r>
            <a:r>
              <a:rPr lang="es-ES" err="1"/>
              <a:t>oditiaOtatem</a:t>
            </a:r>
            <a:r>
              <a:rPr lang="es-ES"/>
              <a:t> ut </a:t>
            </a:r>
            <a:r>
              <a:rPr lang="es-ES" err="1"/>
              <a:t>explam</a:t>
            </a:r>
            <a:r>
              <a:rPr lang="es-ES"/>
              <a:t> </a:t>
            </a:r>
            <a:r>
              <a:rPr lang="es-ES" err="1"/>
              <a:t>volupta</a:t>
            </a:r>
            <a:r>
              <a:rPr lang="es-ES"/>
              <a:t> </a:t>
            </a:r>
            <a:r>
              <a:rPr lang="es-ES" err="1"/>
              <a:t>tusdam</a:t>
            </a:r>
            <a:r>
              <a:rPr lang="es-ES"/>
              <a:t> </a:t>
            </a:r>
            <a:r>
              <a:rPr lang="es-ES" err="1"/>
              <a:t>fugia</a:t>
            </a:r>
            <a:r>
              <a:rPr lang="es-ES"/>
              <a:t> non </a:t>
            </a:r>
            <a:r>
              <a:rPr lang="es-ES" err="1"/>
              <a:t>pore</a:t>
            </a:r>
            <a:r>
              <a:rPr lang="es-ES"/>
              <a:t> </a:t>
            </a:r>
            <a:r>
              <a:rPr lang="es-ES" err="1"/>
              <a:t>lantorat</a:t>
            </a:r>
            <a:r>
              <a:rPr lang="es-ES"/>
              <a:t> </a:t>
            </a:r>
            <a:r>
              <a:rPr lang="es-ES" err="1"/>
              <a:t>ulparum</a:t>
            </a:r>
            <a:r>
              <a:rPr lang="es-ES"/>
              <a:t> </a:t>
            </a:r>
            <a:r>
              <a:rPr lang="es-ES" err="1"/>
              <a:t>expellabo</a:t>
            </a:r>
            <a:r>
              <a:rPr lang="es-ES"/>
              <a:t>. </a:t>
            </a:r>
            <a:r>
              <a:rPr lang="es-ES" err="1"/>
              <a:t>Pelenistia</a:t>
            </a:r>
            <a:r>
              <a:rPr lang="es-ES"/>
              <a:t> </a:t>
            </a:r>
            <a:r>
              <a:rPr lang="es-ES" err="1"/>
              <a:t>dolupta</a:t>
            </a:r>
            <a:r>
              <a:rPr lang="es-ES"/>
              <a:t> </a:t>
            </a:r>
            <a:r>
              <a:rPr lang="es-ES" err="1"/>
              <a:t>tiuntis</a:t>
            </a:r>
            <a:r>
              <a:rPr lang="es-ES"/>
              <a:t> et </a:t>
            </a:r>
            <a:r>
              <a:rPr lang="es-ES" err="1"/>
              <a:t>vit</a:t>
            </a:r>
            <a:r>
              <a:rPr lang="es-ES"/>
              <a:t> </a:t>
            </a:r>
            <a:r>
              <a:rPr lang="es-ES" err="1"/>
              <a:t>hariae</a:t>
            </a:r>
            <a:r>
              <a:rPr lang="es-ES"/>
              <a:t> </a:t>
            </a:r>
            <a:r>
              <a:rPr lang="es-ES" err="1"/>
              <a:t>nonsed</a:t>
            </a:r>
            <a:r>
              <a:rPr lang="es-ES"/>
              <a:t> et </a:t>
            </a:r>
            <a:r>
              <a:rPr lang="es-ES" err="1"/>
              <a:t>lautem</a:t>
            </a:r>
            <a:r>
              <a:rPr lang="es-ES"/>
              <a:t> </a:t>
            </a:r>
            <a:r>
              <a:rPr lang="es-ES" err="1"/>
              <a:t>conserum</a:t>
            </a:r>
            <a:r>
              <a:rPr lang="es-ES"/>
              <a:t> </a:t>
            </a:r>
            <a:r>
              <a:rPr lang="es-ES" err="1"/>
              <a:t>excerum</a:t>
            </a:r>
            <a:r>
              <a:rPr lang="es-ES"/>
              <a:t> </a:t>
            </a:r>
            <a:r>
              <a:rPr lang="es-ES" err="1"/>
              <a:t>sitibus</a:t>
            </a:r>
            <a:r>
              <a:rPr lang="es-ES"/>
              <a:t> ni </a:t>
            </a:r>
            <a:r>
              <a:rPr lang="es-ES" err="1"/>
              <a:t>cus</a:t>
            </a:r>
            <a:r>
              <a:rPr lang="es-ES"/>
              <a:t>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auda</a:t>
            </a:r>
            <a:r>
              <a:rPr lang="es-ES"/>
              <a:t> </a:t>
            </a:r>
            <a:r>
              <a:rPr lang="es-ES" err="1"/>
              <a:t>natis</a:t>
            </a:r>
            <a:r>
              <a:rPr lang="es-ES"/>
              <a:t> </a:t>
            </a:r>
            <a:r>
              <a:rPr lang="es-ES" err="1"/>
              <a:t>acest</a:t>
            </a:r>
            <a:r>
              <a:rPr lang="es-ES"/>
              <a:t>, </a:t>
            </a:r>
            <a:r>
              <a:rPr lang="es-ES" err="1"/>
              <a:t>soluptatio</a:t>
            </a:r>
            <a:r>
              <a:rPr lang="es-ES"/>
              <a:t> </a:t>
            </a:r>
            <a:r>
              <a:rPr lang="es-ES" err="1"/>
              <a:t>eossequibus</a:t>
            </a:r>
            <a:r>
              <a:rPr lang="es-ES"/>
              <a:t> </a:t>
            </a:r>
            <a:r>
              <a:rPr lang="es-ES" err="1"/>
              <a:t>molupti</a:t>
            </a:r>
            <a:r>
              <a:rPr lang="es-ES"/>
              <a:t> </a:t>
            </a:r>
            <a:r>
              <a:rPr lang="es-ES" err="1"/>
              <a:t>aturerunt</a:t>
            </a:r>
            <a:r>
              <a:rPr lang="es-ES"/>
              <a:t> </a:t>
            </a:r>
            <a:r>
              <a:rPr lang="es-ES" err="1"/>
              <a:t>estrum</a:t>
            </a:r>
            <a:r>
              <a:rPr lang="es-ES"/>
              <a:t> </a:t>
            </a:r>
            <a:r>
              <a:rPr lang="es-ES" err="1"/>
              <a:t>quat</a:t>
            </a:r>
            <a:endParaRPr lang="es-ES"/>
          </a:p>
          <a:p>
            <a:pPr marL="0" lvl="0" indent="0">
              <a:lnSpc>
                <a:spcPct val="120000"/>
              </a:lnSpc>
              <a:buNone/>
            </a:pPr>
            <a:r>
              <a:rPr lang="es-ES"/>
              <a:t>Pe </a:t>
            </a:r>
            <a:r>
              <a:rPr lang="es-ES" err="1"/>
              <a:t>pa</a:t>
            </a:r>
            <a:r>
              <a:rPr lang="es-ES"/>
              <a:t> </a:t>
            </a:r>
            <a:r>
              <a:rPr lang="es-ES" err="1"/>
              <a:t>quate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</a:t>
            </a:r>
            <a:r>
              <a:rPr lang="es-ES" err="1"/>
              <a:t>deliciet</a:t>
            </a:r>
            <a:r>
              <a:rPr lang="es-ES"/>
              <a:t> </a:t>
            </a:r>
            <a:r>
              <a:rPr lang="es-ES" err="1"/>
              <a:t>ati</a:t>
            </a:r>
            <a:r>
              <a:rPr lang="es-ES"/>
              <a:t> </a:t>
            </a:r>
            <a:r>
              <a:rPr lang="es-ES" err="1"/>
              <a:t>volupiendis</a:t>
            </a:r>
            <a:r>
              <a:rPr lang="es-ES"/>
              <a:t> di </a:t>
            </a:r>
            <a:r>
              <a:rPr lang="es-ES" err="1"/>
              <a:t>audanda</a:t>
            </a:r>
            <a:r>
              <a:rPr lang="es-ES"/>
              <a:t> </a:t>
            </a:r>
            <a:r>
              <a:rPr lang="es-ES" err="1"/>
              <a:t>dolorep</a:t>
            </a:r>
            <a:r>
              <a:rPr lang="es-ES"/>
              <a:t> </a:t>
            </a:r>
            <a:r>
              <a:rPr lang="es-ES" err="1"/>
              <a:t>eriore</a:t>
            </a:r>
            <a:r>
              <a:rPr lang="es-ES"/>
              <a:t> </a:t>
            </a:r>
            <a:r>
              <a:rPr lang="es-ES" err="1"/>
              <a:t>perferi</a:t>
            </a:r>
            <a:r>
              <a:rPr lang="es-ES"/>
              <a:t> </a:t>
            </a:r>
            <a:r>
              <a:rPr lang="es-ES" err="1"/>
              <a:t>commolor</a:t>
            </a:r>
            <a:r>
              <a:rPr lang="es-ES"/>
              <a:t> </a:t>
            </a:r>
            <a:r>
              <a:rPr lang="es-ES" err="1"/>
              <a:t>sapeles</a:t>
            </a:r>
            <a:r>
              <a:rPr lang="es-ES"/>
              <a:t> </a:t>
            </a:r>
            <a:r>
              <a:rPr lang="es-ES" err="1"/>
              <a:t>ecaborr</a:t>
            </a:r>
            <a:r>
              <a:rPr lang="es-ES"/>
              <a:t> </a:t>
            </a:r>
            <a:r>
              <a:rPr lang="es-ES" err="1"/>
              <a:t>ovitectur</a:t>
            </a:r>
            <a:r>
              <a:rPr lang="es-ES"/>
              <a:t> </a:t>
            </a:r>
            <a:r>
              <a:rPr lang="es-ES" err="1"/>
              <a:t>simaxim</a:t>
            </a:r>
            <a:r>
              <a:rPr lang="es-ES"/>
              <a:t> </a:t>
            </a:r>
            <a:r>
              <a:rPr lang="es-ES" err="1"/>
              <a:t>olorecum</a:t>
            </a:r>
            <a:r>
              <a:rPr lang="es-ES"/>
              <a:t> si sunt </a:t>
            </a:r>
            <a:r>
              <a:rPr lang="es-ES" err="1"/>
              <a:t>lat</a:t>
            </a:r>
            <a:r>
              <a:rPr lang="es-ES"/>
              <a:t> </a:t>
            </a:r>
            <a:r>
              <a:rPr lang="es-ES" err="1"/>
              <a:t>pliquid</a:t>
            </a:r>
            <a:r>
              <a:rPr lang="es-ES"/>
              <a:t> </a:t>
            </a:r>
            <a:r>
              <a:rPr lang="es-ES" err="1"/>
              <a:t>estrum</a:t>
            </a:r>
            <a:r>
              <a:rPr lang="es-ES"/>
              <a:t> </a:t>
            </a:r>
            <a:r>
              <a:rPr lang="es-ES" err="1"/>
              <a:t>estotam</a:t>
            </a:r>
            <a:r>
              <a:rPr lang="es-ES"/>
              <a:t> </a:t>
            </a:r>
            <a:r>
              <a:rPr lang="es-ES" err="1"/>
              <a:t>nateculparum</a:t>
            </a:r>
            <a:r>
              <a:rPr lang="es-ES"/>
              <a:t>.</a:t>
            </a:r>
          </a:p>
        </p:txBody>
      </p:sp>
      <p:sp>
        <p:nvSpPr>
          <p:cNvPr id="18" name="Marcador de texto 14">
            <a:extLst>
              <a:ext uri="{FF2B5EF4-FFF2-40B4-BE49-F238E27FC236}">
                <a16:creationId xmlns:a16="http://schemas.microsoft.com/office/drawing/2014/main" id="{0CA9D7AA-6299-7097-1562-0796EFB4059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56823" y="2329830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Título párrafo</a:t>
            </a:r>
          </a:p>
        </p:txBody>
      </p:sp>
      <p:sp>
        <p:nvSpPr>
          <p:cNvPr id="19" name="Marcador de texto 14">
            <a:extLst>
              <a:ext uri="{FF2B5EF4-FFF2-40B4-BE49-F238E27FC236}">
                <a16:creationId xmlns:a16="http://schemas.microsoft.com/office/drawing/2014/main" id="{E27411ED-DD84-8DD1-EE30-8CE31244F5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56823" y="2664678"/>
            <a:ext cx="3179762" cy="271504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s-ES" sz="1200" b="0" dirty="0"/>
            </a:lvl1pPr>
          </a:lstStyle>
          <a:p>
            <a:pPr marL="0" lvl="0" indent="0">
              <a:lnSpc>
                <a:spcPct val="120000"/>
              </a:lnSpc>
              <a:buNone/>
            </a:pPr>
            <a:r>
              <a:rPr lang="es-ES"/>
              <a:t>Subtítulo </a:t>
            </a:r>
            <a:r>
              <a:rPr lang="es-ES" err="1"/>
              <a:t>adit</a:t>
            </a:r>
            <a:r>
              <a:rPr lang="es-ES"/>
              <a:t> </a:t>
            </a:r>
            <a:r>
              <a:rPr lang="es-ES" err="1"/>
              <a:t>odipsae</a:t>
            </a:r>
            <a:r>
              <a:rPr lang="es-ES"/>
              <a:t> </a:t>
            </a:r>
            <a:r>
              <a:rPr lang="es-ES" err="1"/>
              <a:t>stiumquisin</a:t>
            </a:r>
            <a:r>
              <a:rPr lang="es-ES"/>
              <a:t> </a:t>
            </a:r>
            <a:r>
              <a:rPr lang="es-ES" err="1"/>
              <a:t>perem</a:t>
            </a:r>
            <a:r>
              <a:rPr lang="es-ES"/>
              <a:t> </a:t>
            </a:r>
            <a:r>
              <a:rPr lang="es-ES" err="1"/>
              <a:t>maiorae</a:t>
            </a:r>
            <a:r>
              <a:rPr lang="es-ES"/>
              <a:t> </a:t>
            </a:r>
            <a:r>
              <a:rPr lang="es-ES" err="1"/>
              <a:t>oditiaOtatem</a:t>
            </a:r>
            <a:r>
              <a:rPr lang="es-ES"/>
              <a:t> ut </a:t>
            </a:r>
            <a:r>
              <a:rPr lang="es-ES" err="1"/>
              <a:t>explam</a:t>
            </a:r>
            <a:r>
              <a:rPr lang="es-ES"/>
              <a:t> </a:t>
            </a:r>
            <a:r>
              <a:rPr lang="es-ES" err="1"/>
              <a:t>volupta</a:t>
            </a:r>
            <a:r>
              <a:rPr lang="es-ES"/>
              <a:t> </a:t>
            </a:r>
            <a:r>
              <a:rPr lang="es-ES" err="1"/>
              <a:t>tusdam</a:t>
            </a:r>
            <a:r>
              <a:rPr lang="es-ES"/>
              <a:t> </a:t>
            </a:r>
            <a:r>
              <a:rPr lang="es-ES" err="1"/>
              <a:t>fugia</a:t>
            </a:r>
            <a:r>
              <a:rPr lang="es-ES"/>
              <a:t> non </a:t>
            </a:r>
            <a:r>
              <a:rPr lang="es-ES" err="1"/>
              <a:t>pore</a:t>
            </a:r>
            <a:r>
              <a:rPr lang="es-ES"/>
              <a:t> </a:t>
            </a:r>
            <a:r>
              <a:rPr lang="es-ES" err="1"/>
              <a:t>lantorat</a:t>
            </a:r>
            <a:r>
              <a:rPr lang="es-ES"/>
              <a:t> </a:t>
            </a:r>
            <a:r>
              <a:rPr lang="es-ES" err="1"/>
              <a:t>ulparum</a:t>
            </a:r>
            <a:r>
              <a:rPr lang="es-ES"/>
              <a:t> </a:t>
            </a:r>
            <a:r>
              <a:rPr lang="es-ES" err="1"/>
              <a:t>expellabo</a:t>
            </a:r>
            <a:r>
              <a:rPr lang="es-ES"/>
              <a:t>. </a:t>
            </a:r>
            <a:r>
              <a:rPr lang="es-ES" err="1"/>
              <a:t>Pelenistia</a:t>
            </a:r>
            <a:r>
              <a:rPr lang="es-ES"/>
              <a:t> </a:t>
            </a:r>
            <a:r>
              <a:rPr lang="es-ES" err="1"/>
              <a:t>dolupta</a:t>
            </a:r>
            <a:r>
              <a:rPr lang="es-ES"/>
              <a:t> </a:t>
            </a:r>
            <a:r>
              <a:rPr lang="es-ES" err="1"/>
              <a:t>tiuntis</a:t>
            </a:r>
            <a:r>
              <a:rPr lang="es-ES"/>
              <a:t> et </a:t>
            </a:r>
            <a:r>
              <a:rPr lang="es-ES" err="1"/>
              <a:t>vit</a:t>
            </a:r>
            <a:r>
              <a:rPr lang="es-ES"/>
              <a:t> </a:t>
            </a:r>
            <a:r>
              <a:rPr lang="es-ES" err="1"/>
              <a:t>hariae</a:t>
            </a:r>
            <a:r>
              <a:rPr lang="es-ES"/>
              <a:t> </a:t>
            </a:r>
            <a:r>
              <a:rPr lang="es-ES" err="1"/>
              <a:t>nonsed</a:t>
            </a:r>
            <a:r>
              <a:rPr lang="es-ES"/>
              <a:t> et </a:t>
            </a:r>
            <a:r>
              <a:rPr lang="es-ES" err="1"/>
              <a:t>lautem</a:t>
            </a:r>
            <a:r>
              <a:rPr lang="es-ES"/>
              <a:t> </a:t>
            </a:r>
            <a:r>
              <a:rPr lang="es-ES" err="1"/>
              <a:t>conserum</a:t>
            </a:r>
            <a:r>
              <a:rPr lang="es-ES"/>
              <a:t> </a:t>
            </a:r>
            <a:r>
              <a:rPr lang="es-ES" err="1"/>
              <a:t>excerum</a:t>
            </a:r>
            <a:r>
              <a:rPr lang="es-ES"/>
              <a:t> </a:t>
            </a:r>
            <a:r>
              <a:rPr lang="es-ES" err="1"/>
              <a:t>sitibus</a:t>
            </a:r>
            <a:r>
              <a:rPr lang="es-ES"/>
              <a:t> ni </a:t>
            </a:r>
            <a:r>
              <a:rPr lang="es-ES" err="1"/>
              <a:t>cus</a:t>
            </a:r>
            <a:r>
              <a:rPr lang="es-ES"/>
              <a:t>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auda</a:t>
            </a:r>
            <a:r>
              <a:rPr lang="es-ES"/>
              <a:t> </a:t>
            </a:r>
            <a:r>
              <a:rPr lang="es-ES" err="1"/>
              <a:t>natis</a:t>
            </a:r>
            <a:r>
              <a:rPr lang="es-ES"/>
              <a:t> </a:t>
            </a:r>
            <a:r>
              <a:rPr lang="es-ES" err="1"/>
              <a:t>acest</a:t>
            </a:r>
            <a:r>
              <a:rPr lang="es-ES"/>
              <a:t>, </a:t>
            </a:r>
            <a:r>
              <a:rPr lang="es-ES" err="1"/>
              <a:t>soluptatio</a:t>
            </a:r>
            <a:r>
              <a:rPr lang="es-ES"/>
              <a:t> </a:t>
            </a:r>
            <a:r>
              <a:rPr lang="es-ES" err="1"/>
              <a:t>eossequibus</a:t>
            </a:r>
            <a:r>
              <a:rPr lang="es-ES"/>
              <a:t> </a:t>
            </a:r>
            <a:r>
              <a:rPr lang="es-ES" err="1"/>
              <a:t>molupti</a:t>
            </a:r>
            <a:r>
              <a:rPr lang="es-ES"/>
              <a:t> </a:t>
            </a:r>
            <a:r>
              <a:rPr lang="es-ES" err="1"/>
              <a:t>aturerunt</a:t>
            </a:r>
            <a:r>
              <a:rPr lang="es-ES"/>
              <a:t> </a:t>
            </a:r>
            <a:r>
              <a:rPr lang="es-ES" err="1"/>
              <a:t>estrum</a:t>
            </a:r>
            <a:r>
              <a:rPr lang="es-ES"/>
              <a:t> </a:t>
            </a:r>
            <a:r>
              <a:rPr lang="es-ES" err="1"/>
              <a:t>quat</a:t>
            </a:r>
            <a:endParaRPr lang="es-ES"/>
          </a:p>
          <a:p>
            <a:pPr marL="0" lvl="0" indent="0">
              <a:lnSpc>
                <a:spcPct val="120000"/>
              </a:lnSpc>
              <a:buNone/>
            </a:pPr>
            <a:r>
              <a:rPr lang="es-ES"/>
              <a:t>Pe </a:t>
            </a:r>
            <a:r>
              <a:rPr lang="es-ES" err="1"/>
              <a:t>pa</a:t>
            </a:r>
            <a:r>
              <a:rPr lang="es-ES"/>
              <a:t> </a:t>
            </a:r>
            <a:r>
              <a:rPr lang="es-ES" err="1"/>
              <a:t>quate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</a:t>
            </a:r>
            <a:r>
              <a:rPr lang="es-ES" err="1"/>
              <a:t>deliciet</a:t>
            </a:r>
            <a:r>
              <a:rPr lang="es-ES"/>
              <a:t> </a:t>
            </a:r>
            <a:r>
              <a:rPr lang="es-ES" err="1"/>
              <a:t>ati</a:t>
            </a:r>
            <a:r>
              <a:rPr lang="es-ES"/>
              <a:t> </a:t>
            </a:r>
            <a:r>
              <a:rPr lang="es-ES" err="1"/>
              <a:t>volupiendis</a:t>
            </a:r>
            <a:r>
              <a:rPr lang="es-ES"/>
              <a:t> di </a:t>
            </a:r>
            <a:r>
              <a:rPr lang="es-ES" err="1"/>
              <a:t>audanda</a:t>
            </a:r>
            <a:r>
              <a:rPr lang="es-ES"/>
              <a:t> </a:t>
            </a:r>
            <a:r>
              <a:rPr lang="es-ES" err="1"/>
              <a:t>dolorep</a:t>
            </a:r>
            <a:r>
              <a:rPr lang="es-ES"/>
              <a:t> </a:t>
            </a:r>
            <a:r>
              <a:rPr lang="es-ES" err="1"/>
              <a:t>eriore</a:t>
            </a:r>
            <a:r>
              <a:rPr lang="es-ES"/>
              <a:t> </a:t>
            </a:r>
            <a:r>
              <a:rPr lang="es-ES" err="1"/>
              <a:t>perferi</a:t>
            </a:r>
            <a:r>
              <a:rPr lang="es-ES"/>
              <a:t> </a:t>
            </a:r>
            <a:r>
              <a:rPr lang="es-ES" err="1"/>
              <a:t>commolor</a:t>
            </a:r>
            <a:r>
              <a:rPr lang="es-ES"/>
              <a:t> </a:t>
            </a:r>
            <a:r>
              <a:rPr lang="es-ES" err="1"/>
              <a:t>sapeles</a:t>
            </a:r>
            <a:r>
              <a:rPr lang="es-ES"/>
              <a:t> </a:t>
            </a:r>
            <a:r>
              <a:rPr lang="es-ES" err="1"/>
              <a:t>ecaborr</a:t>
            </a:r>
            <a:r>
              <a:rPr lang="es-ES"/>
              <a:t> </a:t>
            </a:r>
            <a:r>
              <a:rPr lang="es-ES" err="1"/>
              <a:t>ovitectur</a:t>
            </a:r>
            <a:r>
              <a:rPr lang="es-ES"/>
              <a:t> </a:t>
            </a:r>
            <a:r>
              <a:rPr lang="es-ES" err="1"/>
              <a:t>simaxim</a:t>
            </a:r>
            <a:r>
              <a:rPr lang="es-ES"/>
              <a:t> </a:t>
            </a:r>
            <a:r>
              <a:rPr lang="es-ES" err="1"/>
              <a:t>olorecum</a:t>
            </a:r>
            <a:r>
              <a:rPr lang="es-ES"/>
              <a:t> si sunt </a:t>
            </a:r>
            <a:r>
              <a:rPr lang="es-ES" err="1"/>
              <a:t>lat</a:t>
            </a:r>
            <a:r>
              <a:rPr lang="es-ES"/>
              <a:t> </a:t>
            </a:r>
            <a:r>
              <a:rPr lang="es-ES" err="1"/>
              <a:t>pliquid</a:t>
            </a:r>
            <a:r>
              <a:rPr lang="es-ES"/>
              <a:t> </a:t>
            </a:r>
            <a:r>
              <a:rPr lang="es-ES" err="1"/>
              <a:t>estrum</a:t>
            </a:r>
            <a:r>
              <a:rPr lang="es-ES"/>
              <a:t> </a:t>
            </a:r>
            <a:r>
              <a:rPr lang="es-ES" err="1"/>
              <a:t>estotam</a:t>
            </a:r>
            <a:r>
              <a:rPr lang="es-ES"/>
              <a:t> </a:t>
            </a:r>
            <a:r>
              <a:rPr lang="es-ES" err="1"/>
              <a:t>nateculparum</a:t>
            </a:r>
            <a:r>
              <a:rPr lang="es-ES"/>
              <a:t>.</a:t>
            </a:r>
          </a:p>
        </p:txBody>
      </p:sp>
      <p:sp>
        <p:nvSpPr>
          <p:cNvPr id="23" name="Título 12">
            <a:extLst>
              <a:ext uri="{FF2B5EF4-FFF2-40B4-BE49-F238E27FC236}">
                <a16:creationId xmlns:a16="http://schemas.microsoft.com/office/drawing/2014/main" id="{7492187D-C5D2-156D-CC16-F5EAF1769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3" y="1365250"/>
            <a:ext cx="10874375" cy="463550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/>
            </a:lvl1pPr>
          </a:lstStyle>
          <a:p>
            <a:r>
              <a:rPr lang="es-ES"/>
              <a:t>Título </a:t>
            </a:r>
            <a:r>
              <a:rPr lang="es-ES" err="1"/>
              <a:t>slide</a:t>
            </a:r>
            <a:endParaRPr lang="es-ES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01BD381F-2E13-A486-E0C5-C7AFDD6C6F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1155680" y="6584950"/>
            <a:ext cx="377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Holder 6">
            <a:extLst>
              <a:ext uri="{FF2B5EF4-FFF2-40B4-BE49-F238E27FC236}">
                <a16:creationId xmlns:a16="http://schemas.microsoft.com/office/drawing/2014/main" id="{89C9807E-CEB5-0C2D-6A9E-B05634D53901}"/>
              </a:ext>
            </a:extLst>
          </p:cNvPr>
          <p:cNvSpPr txBox="1">
            <a:spLocks/>
          </p:cNvSpPr>
          <p:nvPr userDrawn="1"/>
        </p:nvSpPr>
        <p:spPr>
          <a:xfrm>
            <a:off x="10835640" y="6385626"/>
            <a:ext cx="702567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s-E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+mj-lt"/>
                <a:ea typeface="+mn-ea"/>
                <a:cs typeface="Santander Micro Text Ligh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>
              <a:spcBef>
                <a:spcPts val="155"/>
              </a:spcBef>
            </a:pPr>
            <a:r>
              <a:rPr lang="es-ES" sz="900"/>
              <a:t>Pág. </a:t>
            </a:r>
            <a:fld id="{81D60167-4931-47E6-BA6A-407CBD079E47}" type="slidenum">
              <a:rPr sz="900" smtClean="0"/>
              <a:pPr marL="92075">
                <a:spcBef>
                  <a:spcPts val="155"/>
                </a:spcBef>
              </a:pPr>
              <a:t>‹Nº›</a:t>
            </a:fld>
            <a:endParaRPr sz="900"/>
          </a:p>
        </p:txBody>
      </p:sp>
    </p:spTree>
    <p:extLst>
      <p:ext uri="{BB962C8B-B14F-4D97-AF65-F5344CB8AC3E}">
        <p14:creationId xmlns:p14="http://schemas.microsoft.com/office/powerpoint/2010/main" val="1908491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párrafos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2BBCF40A-5C8E-F895-B799-7107F9708D02}"/>
              </a:ext>
            </a:extLst>
          </p:cNvPr>
          <p:cNvSpPr/>
          <p:nvPr userDrawn="1"/>
        </p:nvSpPr>
        <p:spPr>
          <a:xfrm>
            <a:off x="0" y="809625"/>
            <a:ext cx="12192000" cy="6048375"/>
          </a:xfrm>
          <a:prstGeom prst="rect">
            <a:avLst/>
          </a:prstGeom>
          <a:solidFill>
            <a:srgbClr val="E6E1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Marcador de texto 14">
            <a:extLst>
              <a:ext uri="{FF2B5EF4-FFF2-40B4-BE49-F238E27FC236}">
                <a16:creationId xmlns:a16="http://schemas.microsoft.com/office/drawing/2014/main" id="{FDB86E71-7330-B83A-0840-DCAEB7892A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8813" y="6385912"/>
            <a:ext cx="2511106" cy="15204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de documento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D5D0C39-D161-B5CC-4D66-9D3E56A60623}"/>
              </a:ext>
            </a:extLst>
          </p:cNvPr>
          <p:cNvCxnSpPr>
            <a:cxnSpLocks/>
          </p:cNvCxnSpPr>
          <p:nvPr userDrawn="1"/>
        </p:nvCxnSpPr>
        <p:spPr>
          <a:xfrm flipH="1">
            <a:off x="658813" y="6584950"/>
            <a:ext cx="1040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texto 14">
            <a:extLst>
              <a:ext uri="{FF2B5EF4-FFF2-40B4-BE49-F238E27FC236}">
                <a16:creationId xmlns:a16="http://schemas.microsoft.com/office/drawing/2014/main" id="{CBF71479-BCD1-668D-1A0E-A239ECE808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3" y="938213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01 | Título Capítulo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F63BFFEF-D11E-A847-4159-10579E7F109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8813" y="2329830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Título párrafo</a:t>
            </a:r>
          </a:p>
        </p:txBody>
      </p:sp>
      <p:sp>
        <p:nvSpPr>
          <p:cNvPr id="18" name="Marcador de texto 14">
            <a:extLst>
              <a:ext uri="{FF2B5EF4-FFF2-40B4-BE49-F238E27FC236}">
                <a16:creationId xmlns:a16="http://schemas.microsoft.com/office/drawing/2014/main" id="{A8CC289B-D5F4-7430-D32D-3F0AB3F49E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8813" y="2664678"/>
            <a:ext cx="3617352" cy="22972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Subtítulo </a:t>
            </a:r>
            <a:r>
              <a:rPr lang="es-ES" err="1"/>
              <a:t>adit</a:t>
            </a:r>
            <a:r>
              <a:rPr lang="es-ES"/>
              <a:t> </a:t>
            </a:r>
            <a:r>
              <a:rPr lang="es-ES" err="1"/>
              <a:t>odipsae</a:t>
            </a:r>
            <a:r>
              <a:rPr lang="es-ES"/>
              <a:t> </a:t>
            </a:r>
            <a:r>
              <a:rPr lang="es-ES" err="1"/>
              <a:t>stiumquisin</a:t>
            </a:r>
            <a:r>
              <a:rPr lang="es-ES"/>
              <a:t> </a:t>
            </a:r>
            <a:r>
              <a:rPr lang="es-ES" err="1"/>
              <a:t>perem</a:t>
            </a:r>
            <a:r>
              <a:rPr lang="es-ES"/>
              <a:t> </a:t>
            </a:r>
            <a:r>
              <a:rPr lang="es-ES" err="1"/>
              <a:t>maiorae</a:t>
            </a:r>
            <a:r>
              <a:rPr lang="es-ES"/>
              <a:t> </a:t>
            </a:r>
            <a:r>
              <a:rPr lang="es-ES" err="1"/>
              <a:t>oditiaOtatem</a:t>
            </a:r>
            <a:r>
              <a:rPr lang="es-ES"/>
              <a:t> ut </a:t>
            </a:r>
            <a:r>
              <a:rPr lang="es-ES" err="1"/>
              <a:t>explam</a:t>
            </a:r>
            <a:r>
              <a:rPr lang="es-ES"/>
              <a:t> </a:t>
            </a:r>
            <a:r>
              <a:rPr lang="es-ES" err="1"/>
              <a:t>volupta</a:t>
            </a:r>
            <a:r>
              <a:rPr lang="es-ES"/>
              <a:t> </a:t>
            </a:r>
            <a:r>
              <a:rPr lang="es-ES" err="1"/>
              <a:t>tusdam</a:t>
            </a:r>
            <a:r>
              <a:rPr lang="es-ES"/>
              <a:t> </a:t>
            </a:r>
            <a:r>
              <a:rPr lang="es-ES" err="1"/>
              <a:t>fugia</a:t>
            </a:r>
            <a:r>
              <a:rPr lang="es-ES"/>
              <a:t> non </a:t>
            </a:r>
            <a:r>
              <a:rPr lang="es-ES" err="1"/>
              <a:t>pore</a:t>
            </a:r>
            <a:r>
              <a:rPr lang="es-ES"/>
              <a:t> </a:t>
            </a:r>
            <a:r>
              <a:rPr lang="es-ES" err="1"/>
              <a:t>lantorat</a:t>
            </a:r>
            <a:r>
              <a:rPr lang="es-ES"/>
              <a:t> </a:t>
            </a:r>
            <a:r>
              <a:rPr lang="es-ES" err="1"/>
              <a:t>ulparum</a:t>
            </a:r>
            <a:r>
              <a:rPr lang="es-ES"/>
              <a:t> </a:t>
            </a:r>
            <a:r>
              <a:rPr lang="es-ES" err="1"/>
              <a:t>expellabo</a:t>
            </a:r>
            <a:r>
              <a:rPr lang="es-ES"/>
              <a:t>. </a:t>
            </a:r>
            <a:r>
              <a:rPr lang="es-ES" err="1"/>
              <a:t>Pelenistia</a:t>
            </a:r>
            <a:r>
              <a:rPr lang="es-ES"/>
              <a:t> </a:t>
            </a:r>
            <a:r>
              <a:rPr lang="es-ES" err="1"/>
              <a:t>dolupta</a:t>
            </a:r>
            <a:r>
              <a:rPr lang="es-ES"/>
              <a:t> </a:t>
            </a:r>
            <a:r>
              <a:rPr lang="es-ES" err="1"/>
              <a:t>tiuntis</a:t>
            </a:r>
            <a:r>
              <a:rPr lang="es-ES"/>
              <a:t> et </a:t>
            </a:r>
            <a:r>
              <a:rPr lang="es-ES" err="1"/>
              <a:t>vit</a:t>
            </a:r>
            <a:r>
              <a:rPr lang="es-ES"/>
              <a:t> </a:t>
            </a:r>
            <a:r>
              <a:rPr lang="es-ES" err="1"/>
              <a:t>hariae</a:t>
            </a:r>
            <a:r>
              <a:rPr lang="es-ES"/>
              <a:t> </a:t>
            </a:r>
            <a:r>
              <a:rPr lang="es-ES" err="1"/>
              <a:t>nonsed</a:t>
            </a:r>
            <a:r>
              <a:rPr lang="es-ES"/>
              <a:t> et </a:t>
            </a:r>
            <a:r>
              <a:rPr lang="es-ES" err="1"/>
              <a:t>lautem</a:t>
            </a:r>
            <a:r>
              <a:rPr lang="es-ES"/>
              <a:t> </a:t>
            </a:r>
            <a:r>
              <a:rPr lang="es-ES" err="1"/>
              <a:t>conserum</a:t>
            </a:r>
            <a:r>
              <a:rPr lang="es-ES"/>
              <a:t> </a:t>
            </a:r>
            <a:r>
              <a:rPr lang="es-ES" err="1"/>
              <a:t>excerum</a:t>
            </a:r>
            <a:r>
              <a:rPr lang="es-ES"/>
              <a:t> </a:t>
            </a:r>
            <a:r>
              <a:rPr lang="es-ES" err="1"/>
              <a:t>sitibus</a:t>
            </a:r>
            <a:r>
              <a:rPr lang="es-ES"/>
              <a:t> ni </a:t>
            </a:r>
            <a:r>
              <a:rPr lang="es-ES" err="1"/>
              <a:t>cus</a:t>
            </a:r>
            <a:r>
              <a:rPr lang="es-ES"/>
              <a:t>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auda</a:t>
            </a:r>
            <a:r>
              <a:rPr lang="es-ES"/>
              <a:t> </a:t>
            </a:r>
            <a:r>
              <a:rPr lang="es-ES" err="1"/>
              <a:t>natis</a:t>
            </a:r>
            <a:r>
              <a:rPr lang="es-ES"/>
              <a:t> </a:t>
            </a:r>
            <a:r>
              <a:rPr lang="es-ES" err="1"/>
              <a:t>acest</a:t>
            </a:r>
            <a:r>
              <a:rPr lang="es-ES"/>
              <a:t>, </a:t>
            </a:r>
            <a:r>
              <a:rPr lang="es-ES" err="1"/>
              <a:t>soluptatio</a:t>
            </a:r>
            <a:r>
              <a:rPr lang="es-ES"/>
              <a:t> </a:t>
            </a:r>
            <a:r>
              <a:rPr lang="es-ES" err="1"/>
              <a:t>eossequibus</a:t>
            </a:r>
            <a:r>
              <a:rPr lang="es-ES"/>
              <a:t> </a:t>
            </a:r>
            <a:r>
              <a:rPr lang="es-ES" err="1"/>
              <a:t>molupti</a:t>
            </a:r>
            <a:r>
              <a:rPr lang="es-ES"/>
              <a:t> </a:t>
            </a:r>
            <a:r>
              <a:rPr lang="es-ES" err="1"/>
              <a:t>aturerunt</a:t>
            </a:r>
            <a:r>
              <a:rPr lang="es-ES"/>
              <a:t> </a:t>
            </a:r>
            <a:r>
              <a:rPr lang="es-ES" err="1"/>
              <a:t>estrum</a:t>
            </a:r>
            <a:r>
              <a:rPr lang="es-ES"/>
              <a:t> </a:t>
            </a:r>
            <a:r>
              <a:rPr lang="es-ES" err="1"/>
              <a:t>quat</a:t>
            </a:r>
            <a:endParaRPr lang="es-ES"/>
          </a:p>
          <a:p>
            <a:pPr lvl="0"/>
            <a:r>
              <a:rPr lang="es-ES"/>
              <a:t>Pe </a:t>
            </a:r>
            <a:r>
              <a:rPr lang="es-ES" err="1"/>
              <a:t>pa</a:t>
            </a:r>
            <a:r>
              <a:rPr lang="es-ES"/>
              <a:t> </a:t>
            </a:r>
            <a:r>
              <a:rPr lang="es-ES" err="1"/>
              <a:t>quate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</a:t>
            </a:r>
            <a:r>
              <a:rPr lang="es-ES" err="1"/>
              <a:t>deliciet</a:t>
            </a:r>
            <a:r>
              <a:rPr lang="es-ES"/>
              <a:t> </a:t>
            </a:r>
            <a:r>
              <a:rPr lang="es-ES" err="1"/>
              <a:t>ati</a:t>
            </a:r>
            <a:r>
              <a:rPr lang="es-ES"/>
              <a:t> </a:t>
            </a:r>
            <a:r>
              <a:rPr lang="es-ES" err="1"/>
              <a:t>volupiendis</a:t>
            </a:r>
            <a:r>
              <a:rPr lang="es-ES"/>
              <a:t> di </a:t>
            </a:r>
            <a:r>
              <a:rPr lang="es-ES" err="1"/>
              <a:t>audanda</a:t>
            </a:r>
            <a:r>
              <a:rPr lang="es-ES"/>
              <a:t> </a:t>
            </a:r>
            <a:r>
              <a:rPr lang="es-ES" err="1"/>
              <a:t>dolorep</a:t>
            </a:r>
            <a:r>
              <a:rPr lang="es-ES"/>
              <a:t> </a:t>
            </a:r>
            <a:r>
              <a:rPr lang="es-ES" err="1"/>
              <a:t>eriore</a:t>
            </a:r>
            <a:r>
              <a:rPr lang="es-ES"/>
              <a:t> </a:t>
            </a:r>
            <a:r>
              <a:rPr lang="es-ES" err="1"/>
              <a:t>perferi</a:t>
            </a:r>
            <a:r>
              <a:rPr lang="es-ES"/>
              <a:t> </a:t>
            </a:r>
            <a:r>
              <a:rPr lang="es-ES" err="1"/>
              <a:t>commolor</a:t>
            </a:r>
            <a:r>
              <a:rPr lang="es-ES"/>
              <a:t> </a:t>
            </a:r>
            <a:r>
              <a:rPr lang="es-ES" err="1"/>
              <a:t>sapeles</a:t>
            </a:r>
            <a:r>
              <a:rPr lang="es-ES"/>
              <a:t> </a:t>
            </a:r>
            <a:r>
              <a:rPr lang="es-ES" err="1"/>
              <a:t>ecaborr</a:t>
            </a:r>
            <a:r>
              <a:rPr lang="es-ES"/>
              <a:t> </a:t>
            </a:r>
            <a:r>
              <a:rPr lang="es-ES" err="1"/>
              <a:t>ovitectur</a:t>
            </a:r>
            <a:r>
              <a:rPr lang="es-ES"/>
              <a:t> </a:t>
            </a:r>
            <a:r>
              <a:rPr lang="es-ES" err="1"/>
              <a:t>simaxim</a:t>
            </a:r>
            <a:r>
              <a:rPr lang="es-ES"/>
              <a:t> </a:t>
            </a:r>
            <a:r>
              <a:rPr lang="es-ES" err="1"/>
              <a:t>olorecum</a:t>
            </a:r>
            <a:r>
              <a:rPr lang="es-ES"/>
              <a:t> si sunt </a:t>
            </a:r>
            <a:r>
              <a:rPr lang="es-ES" err="1"/>
              <a:t>lat</a:t>
            </a:r>
            <a:r>
              <a:rPr lang="es-ES"/>
              <a:t> </a:t>
            </a:r>
            <a:r>
              <a:rPr lang="es-ES" err="1"/>
              <a:t>pliquid</a:t>
            </a:r>
            <a:r>
              <a:rPr lang="es-ES"/>
              <a:t> </a:t>
            </a:r>
            <a:r>
              <a:rPr lang="es-ES" err="1"/>
              <a:t>estrum</a:t>
            </a:r>
            <a:r>
              <a:rPr lang="es-ES"/>
              <a:t> </a:t>
            </a:r>
            <a:r>
              <a:rPr lang="es-ES" err="1"/>
              <a:t>estotam</a:t>
            </a:r>
            <a:r>
              <a:rPr lang="es-ES"/>
              <a:t> </a:t>
            </a:r>
            <a:r>
              <a:rPr lang="es-ES" err="1"/>
              <a:t>nateculparum</a:t>
            </a:r>
            <a:r>
              <a:rPr lang="es-ES"/>
              <a:t>.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732D274A-E31B-56C7-2A95-28D13292CED7}"/>
              </a:ext>
            </a:extLst>
          </p:cNvPr>
          <p:cNvCxnSpPr>
            <a:cxnSpLocks/>
          </p:cNvCxnSpPr>
          <p:nvPr userDrawn="1"/>
        </p:nvCxnSpPr>
        <p:spPr>
          <a:xfrm>
            <a:off x="4605621" y="2245659"/>
            <a:ext cx="0" cy="2754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texto 14">
            <a:extLst>
              <a:ext uri="{FF2B5EF4-FFF2-40B4-BE49-F238E27FC236}">
                <a16:creationId xmlns:a16="http://schemas.microsoft.com/office/drawing/2014/main" id="{FB2C0CBD-8EB7-0BD4-D451-58F26FAA9B6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43872" y="2329830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Título párrafo</a:t>
            </a:r>
          </a:p>
        </p:txBody>
      </p:sp>
      <p:sp>
        <p:nvSpPr>
          <p:cNvPr id="22" name="Marcador de texto 14">
            <a:extLst>
              <a:ext uri="{FF2B5EF4-FFF2-40B4-BE49-F238E27FC236}">
                <a16:creationId xmlns:a16="http://schemas.microsoft.com/office/drawing/2014/main" id="{8BD2461F-3736-2758-8B0A-D00B1BF1358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43872" y="2664678"/>
            <a:ext cx="3617352" cy="22972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Subtítulo </a:t>
            </a:r>
            <a:r>
              <a:rPr lang="es-ES" err="1"/>
              <a:t>adit</a:t>
            </a:r>
            <a:r>
              <a:rPr lang="es-ES"/>
              <a:t> </a:t>
            </a:r>
            <a:r>
              <a:rPr lang="es-ES" err="1"/>
              <a:t>odipsae</a:t>
            </a:r>
            <a:r>
              <a:rPr lang="es-ES"/>
              <a:t> </a:t>
            </a:r>
            <a:r>
              <a:rPr lang="es-ES" err="1"/>
              <a:t>stiumquisin</a:t>
            </a:r>
            <a:r>
              <a:rPr lang="es-ES"/>
              <a:t> </a:t>
            </a:r>
            <a:r>
              <a:rPr lang="es-ES" err="1"/>
              <a:t>perem</a:t>
            </a:r>
            <a:r>
              <a:rPr lang="es-ES"/>
              <a:t> </a:t>
            </a:r>
            <a:r>
              <a:rPr lang="es-ES" err="1"/>
              <a:t>maiorae</a:t>
            </a:r>
            <a:r>
              <a:rPr lang="es-ES"/>
              <a:t> </a:t>
            </a:r>
            <a:r>
              <a:rPr lang="es-ES" err="1"/>
              <a:t>oditiaOtatem</a:t>
            </a:r>
            <a:r>
              <a:rPr lang="es-ES"/>
              <a:t> ut </a:t>
            </a:r>
            <a:r>
              <a:rPr lang="es-ES" err="1"/>
              <a:t>explam</a:t>
            </a:r>
            <a:r>
              <a:rPr lang="es-ES"/>
              <a:t> </a:t>
            </a:r>
            <a:r>
              <a:rPr lang="es-ES" err="1"/>
              <a:t>volupta</a:t>
            </a:r>
            <a:r>
              <a:rPr lang="es-ES"/>
              <a:t> </a:t>
            </a:r>
            <a:r>
              <a:rPr lang="es-ES" err="1"/>
              <a:t>tusdam</a:t>
            </a:r>
            <a:r>
              <a:rPr lang="es-ES"/>
              <a:t> </a:t>
            </a:r>
            <a:r>
              <a:rPr lang="es-ES" err="1"/>
              <a:t>fugia</a:t>
            </a:r>
            <a:r>
              <a:rPr lang="es-ES"/>
              <a:t> non </a:t>
            </a:r>
            <a:r>
              <a:rPr lang="es-ES" err="1"/>
              <a:t>pore</a:t>
            </a:r>
            <a:r>
              <a:rPr lang="es-ES"/>
              <a:t> </a:t>
            </a:r>
            <a:r>
              <a:rPr lang="es-ES" err="1"/>
              <a:t>lantorat</a:t>
            </a:r>
            <a:r>
              <a:rPr lang="es-ES"/>
              <a:t> </a:t>
            </a:r>
            <a:r>
              <a:rPr lang="es-ES" err="1"/>
              <a:t>ulparum</a:t>
            </a:r>
            <a:r>
              <a:rPr lang="es-ES"/>
              <a:t> </a:t>
            </a:r>
            <a:r>
              <a:rPr lang="es-ES" err="1"/>
              <a:t>expellabo</a:t>
            </a:r>
            <a:r>
              <a:rPr lang="es-ES"/>
              <a:t>. </a:t>
            </a:r>
            <a:r>
              <a:rPr lang="es-ES" err="1"/>
              <a:t>Pelenistia</a:t>
            </a:r>
            <a:r>
              <a:rPr lang="es-ES"/>
              <a:t> </a:t>
            </a:r>
            <a:r>
              <a:rPr lang="es-ES" err="1"/>
              <a:t>dolupta</a:t>
            </a:r>
            <a:r>
              <a:rPr lang="es-ES"/>
              <a:t> </a:t>
            </a:r>
            <a:r>
              <a:rPr lang="es-ES" err="1"/>
              <a:t>tiuntis</a:t>
            </a:r>
            <a:r>
              <a:rPr lang="es-ES"/>
              <a:t> et </a:t>
            </a:r>
            <a:r>
              <a:rPr lang="es-ES" err="1"/>
              <a:t>vit</a:t>
            </a:r>
            <a:r>
              <a:rPr lang="es-ES"/>
              <a:t> </a:t>
            </a:r>
            <a:r>
              <a:rPr lang="es-ES" err="1"/>
              <a:t>hariae</a:t>
            </a:r>
            <a:r>
              <a:rPr lang="es-ES"/>
              <a:t> </a:t>
            </a:r>
            <a:r>
              <a:rPr lang="es-ES" err="1"/>
              <a:t>nonsed</a:t>
            </a:r>
            <a:r>
              <a:rPr lang="es-ES"/>
              <a:t> et </a:t>
            </a:r>
            <a:r>
              <a:rPr lang="es-ES" err="1"/>
              <a:t>lautem</a:t>
            </a:r>
            <a:r>
              <a:rPr lang="es-ES"/>
              <a:t> </a:t>
            </a:r>
            <a:r>
              <a:rPr lang="es-ES" err="1"/>
              <a:t>conserum</a:t>
            </a:r>
            <a:r>
              <a:rPr lang="es-ES"/>
              <a:t> </a:t>
            </a:r>
            <a:r>
              <a:rPr lang="es-ES" err="1"/>
              <a:t>excerum</a:t>
            </a:r>
            <a:r>
              <a:rPr lang="es-ES"/>
              <a:t> </a:t>
            </a:r>
            <a:r>
              <a:rPr lang="es-ES" err="1"/>
              <a:t>sitibus</a:t>
            </a:r>
            <a:r>
              <a:rPr lang="es-ES"/>
              <a:t> ni </a:t>
            </a:r>
            <a:r>
              <a:rPr lang="es-ES" err="1"/>
              <a:t>cus</a:t>
            </a:r>
            <a:r>
              <a:rPr lang="es-ES"/>
              <a:t>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auda</a:t>
            </a:r>
            <a:r>
              <a:rPr lang="es-ES"/>
              <a:t> </a:t>
            </a:r>
            <a:r>
              <a:rPr lang="es-ES" err="1"/>
              <a:t>natis</a:t>
            </a:r>
            <a:r>
              <a:rPr lang="es-ES"/>
              <a:t> </a:t>
            </a:r>
            <a:r>
              <a:rPr lang="es-ES" err="1"/>
              <a:t>acest</a:t>
            </a:r>
            <a:r>
              <a:rPr lang="es-ES"/>
              <a:t>, </a:t>
            </a:r>
            <a:r>
              <a:rPr lang="es-ES" err="1"/>
              <a:t>soluptatio</a:t>
            </a:r>
            <a:r>
              <a:rPr lang="es-ES"/>
              <a:t> </a:t>
            </a:r>
            <a:r>
              <a:rPr lang="es-ES" err="1"/>
              <a:t>eossequibus</a:t>
            </a:r>
            <a:r>
              <a:rPr lang="es-ES"/>
              <a:t> </a:t>
            </a:r>
            <a:r>
              <a:rPr lang="es-ES" err="1"/>
              <a:t>molupti</a:t>
            </a:r>
            <a:r>
              <a:rPr lang="es-ES"/>
              <a:t> </a:t>
            </a:r>
            <a:r>
              <a:rPr lang="es-ES" err="1"/>
              <a:t>aturerunt</a:t>
            </a:r>
            <a:r>
              <a:rPr lang="es-ES"/>
              <a:t> </a:t>
            </a:r>
            <a:r>
              <a:rPr lang="es-ES" err="1"/>
              <a:t>estrum</a:t>
            </a:r>
            <a:r>
              <a:rPr lang="es-ES"/>
              <a:t> </a:t>
            </a:r>
            <a:r>
              <a:rPr lang="es-ES" err="1"/>
              <a:t>quat</a:t>
            </a:r>
            <a:endParaRPr lang="es-ES"/>
          </a:p>
          <a:p>
            <a:pPr lvl="0"/>
            <a:r>
              <a:rPr lang="es-ES"/>
              <a:t>Pe </a:t>
            </a:r>
            <a:r>
              <a:rPr lang="es-ES" err="1"/>
              <a:t>pa</a:t>
            </a:r>
            <a:r>
              <a:rPr lang="es-ES"/>
              <a:t> </a:t>
            </a:r>
            <a:r>
              <a:rPr lang="es-ES" err="1"/>
              <a:t>quate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</a:t>
            </a:r>
            <a:r>
              <a:rPr lang="es-ES" err="1"/>
              <a:t>deliciet</a:t>
            </a:r>
            <a:r>
              <a:rPr lang="es-ES"/>
              <a:t> </a:t>
            </a:r>
            <a:r>
              <a:rPr lang="es-ES" err="1"/>
              <a:t>ati</a:t>
            </a:r>
            <a:r>
              <a:rPr lang="es-ES"/>
              <a:t> </a:t>
            </a:r>
            <a:r>
              <a:rPr lang="es-ES" err="1"/>
              <a:t>volupiendis</a:t>
            </a:r>
            <a:r>
              <a:rPr lang="es-ES"/>
              <a:t> di </a:t>
            </a:r>
            <a:r>
              <a:rPr lang="es-ES" err="1"/>
              <a:t>audanda</a:t>
            </a:r>
            <a:r>
              <a:rPr lang="es-ES"/>
              <a:t> </a:t>
            </a:r>
            <a:r>
              <a:rPr lang="es-ES" err="1"/>
              <a:t>dolorep</a:t>
            </a:r>
            <a:r>
              <a:rPr lang="es-ES"/>
              <a:t> </a:t>
            </a:r>
            <a:r>
              <a:rPr lang="es-ES" err="1"/>
              <a:t>eriore</a:t>
            </a:r>
            <a:r>
              <a:rPr lang="es-ES"/>
              <a:t> </a:t>
            </a:r>
            <a:r>
              <a:rPr lang="es-ES" err="1"/>
              <a:t>perferi</a:t>
            </a:r>
            <a:r>
              <a:rPr lang="es-ES"/>
              <a:t> </a:t>
            </a:r>
            <a:r>
              <a:rPr lang="es-ES" err="1"/>
              <a:t>commolor</a:t>
            </a:r>
            <a:r>
              <a:rPr lang="es-ES"/>
              <a:t> </a:t>
            </a:r>
            <a:r>
              <a:rPr lang="es-ES" err="1"/>
              <a:t>sapeles</a:t>
            </a:r>
            <a:r>
              <a:rPr lang="es-ES"/>
              <a:t> </a:t>
            </a:r>
            <a:r>
              <a:rPr lang="es-ES" err="1"/>
              <a:t>ecaborr</a:t>
            </a:r>
            <a:r>
              <a:rPr lang="es-ES"/>
              <a:t> </a:t>
            </a:r>
            <a:r>
              <a:rPr lang="es-ES" err="1"/>
              <a:t>ovitectur</a:t>
            </a:r>
            <a:r>
              <a:rPr lang="es-ES"/>
              <a:t> </a:t>
            </a:r>
            <a:r>
              <a:rPr lang="es-ES" err="1"/>
              <a:t>simaxim</a:t>
            </a:r>
            <a:r>
              <a:rPr lang="es-ES"/>
              <a:t> </a:t>
            </a:r>
            <a:r>
              <a:rPr lang="es-ES" err="1"/>
              <a:t>olorecum</a:t>
            </a:r>
            <a:r>
              <a:rPr lang="es-ES"/>
              <a:t> si sunt </a:t>
            </a:r>
            <a:r>
              <a:rPr lang="es-ES" err="1"/>
              <a:t>lat</a:t>
            </a:r>
            <a:r>
              <a:rPr lang="es-ES"/>
              <a:t> </a:t>
            </a:r>
            <a:r>
              <a:rPr lang="es-ES" err="1"/>
              <a:t>pliquid</a:t>
            </a:r>
            <a:r>
              <a:rPr lang="es-ES"/>
              <a:t> </a:t>
            </a:r>
            <a:r>
              <a:rPr lang="es-ES" err="1"/>
              <a:t>estrum</a:t>
            </a:r>
            <a:r>
              <a:rPr lang="es-ES"/>
              <a:t> </a:t>
            </a:r>
            <a:r>
              <a:rPr lang="es-ES" err="1"/>
              <a:t>estotam</a:t>
            </a:r>
            <a:r>
              <a:rPr lang="es-ES"/>
              <a:t> </a:t>
            </a:r>
            <a:r>
              <a:rPr lang="es-ES" err="1"/>
              <a:t>nateculparum</a:t>
            </a:r>
            <a:r>
              <a:rPr lang="es-ES"/>
              <a:t>.</a:t>
            </a:r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ED1E0527-4F8E-3B80-EC74-9D282107C5BE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096000" y="904875"/>
            <a:ext cx="6096000" cy="59531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/>
            </a:lvl1pPr>
          </a:lstStyle>
          <a:p>
            <a:r>
              <a:rPr lang="es-ES"/>
              <a:t>Insertar imagen de fondo</a:t>
            </a:r>
          </a:p>
        </p:txBody>
      </p:sp>
      <p:sp>
        <p:nvSpPr>
          <p:cNvPr id="16" name="Título 12">
            <a:extLst>
              <a:ext uri="{FF2B5EF4-FFF2-40B4-BE49-F238E27FC236}">
                <a16:creationId xmlns:a16="http://schemas.microsoft.com/office/drawing/2014/main" id="{43D9B593-64C2-BE2C-F5C8-ABCC757123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3" y="1365250"/>
            <a:ext cx="5208587" cy="387350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/>
            </a:lvl1pPr>
          </a:lstStyle>
          <a:p>
            <a:r>
              <a:rPr lang="es-ES"/>
              <a:t>Título </a:t>
            </a:r>
            <a:r>
              <a:rPr lang="es-ES" err="1"/>
              <a:t>slide</a:t>
            </a:r>
            <a:endParaRPr lang="es-ES"/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B0046237-284A-79E9-CAF4-A49B55282A59}"/>
              </a:ext>
            </a:extLst>
          </p:cNvPr>
          <p:cNvCxnSpPr>
            <a:cxnSpLocks/>
          </p:cNvCxnSpPr>
          <p:nvPr userDrawn="1"/>
        </p:nvCxnSpPr>
        <p:spPr>
          <a:xfrm flipH="1">
            <a:off x="11155680" y="6584950"/>
            <a:ext cx="377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Holder 6">
            <a:extLst>
              <a:ext uri="{FF2B5EF4-FFF2-40B4-BE49-F238E27FC236}">
                <a16:creationId xmlns:a16="http://schemas.microsoft.com/office/drawing/2014/main" id="{7EABC1D3-E7AF-BEC3-5069-CBED4705F30E}"/>
              </a:ext>
            </a:extLst>
          </p:cNvPr>
          <p:cNvSpPr txBox="1">
            <a:spLocks/>
          </p:cNvSpPr>
          <p:nvPr userDrawn="1"/>
        </p:nvSpPr>
        <p:spPr>
          <a:xfrm>
            <a:off x="10835640" y="6385626"/>
            <a:ext cx="702567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s-E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+mj-lt"/>
                <a:ea typeface="+mn-ea"/>
                <a:cs typeface="Santander Micro Text Ligh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>
              <a:spcBef>
                <a:spcPts val="155"/>
              </a:spcBef>
            </a:pPr>
            <a:r>
              <a:rPr lang="es-ES" sz="900"/>
              <a:t>Pág. </a:t>
            </a:r>
            <a:fld id="{81D60167-4931-47E6-BA6A-407CBD079E47}" type="slidenum">
              <a:rPr sz="900" smtClean="0"/>
              <a:pPr marL="92075">
                <a:spcBef>
                  <a:spcPts val="155"/>
                </a:spcBef>
              </a:pPr>
              <a:t>‹Nº›</a:t>
            </a:fld>
            <a:endParaRPr sz="900"/>
          </a:p>
        </p:txBody>
      </p:sp>
    </p:spTree>
    <p:extLst>
      <p:ext uri="{BB962C8B-B14F-4D97-AF65-F5344CB8AC3E}">
        <p14:creationId xmlns:p14="http://schemas.microsoft.com/office/powerpoint/2010/main" val="2604191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rafo +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2">
            <a:extLst>
              <a:ext uri="{FF2B5EF4-FFF2-40B4-BE49-F238E27FC236}">
                <a16:creationId xmlns:a16="http://schemas.microsoft.com/office/drawing/2014/main" id="{C700EE37-B9B1-9907-1BA0-C6243FA6F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3" y="1365250"/>
            <a:ext cx="3665537" cy="863600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/>
            </a:lvl1pPr>
          </a:lstStyle>
          <a:p>
            <a:r>
              <a:rPr lang="es-ES"/>
              <a:t>Título de la </a:t>
            </a:r>
            <a:r>
              <a:rPr lang="es-ES" err="1"/>
              <a:t>slide</a:t>
            </a:r>
            <a:r>
              <a:rPr lang="es-ES"/>
              <a:t> hit qui cum </a:t>
            </a:r>
            <a:r>
              <a:rPr lang="es-ES" err="1"/>
              <a:t>aliquia</a:t>
            </a:r>
            <a:endParaRPr lang="es-ES"/>
          </a:p>
        </p:txBody>
      </p:sp>
      <p:sp>
        <p:nvSpPr>
          <p:cNvPr id="9" name="Marcador de texto 14">
            <a:extLst>
              <a:ext uri="{FF2B5EF4-FFF2-40B4-BE49-F238E27FC236}">
                <a16:creationId xmlns:a16="http://schemas.microsoft.com/office/drawing/2014/main" id="{FA156288-54CB-3B66-2FB4-2A495C1F82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3" y="938213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01 | Título Capítulo</a:t>
            </a:r>
          </a:p>
        </p:txBody>
      </p:sp>
      <p:sp>
        <p:nvSpPr>
          <p:cNvPr id="10" name="Marcador de texto 14">
            <a:extLst>
              <a:ext uri="{FF2B5EF4-FFF2-40B4-BE49-F238E27FC236}">
                <a16:creationId xmlns:a16="http://schemas.microsoft.com/office/drawing/2014/main" id="{6530C4B4-96E8-09C1-D07D-DE2EE5E21A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8813" y="2329830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Título párrafo</a:t>
            </a:r>
          </a:p>
        </p:txBody>
      </p:sp>
      <p:sp>
        <p:nvSpPr>
          <p:cNvPr id="11" name="Marcador de texto 14">
            <a:extLst>
              <a:ext uri="{FF2B5EF4-FFF2-40B4-BE49-F238E27FC236}">
                <a16:creationId xmlns:a16="http://schemas.microsoft.com/office/drawing/2014/main" id="{4FB530F3-4392-7CA3-4A4E-17EE0A2ABA5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8813" y="2664678"/>
            <a:ext cx="4779962" cy="22972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Subtítulo </a:t>
            </a:r>
            <a:r>
              <a:rPr lang="es-ES" err="1"/>
              <a:t>adit</a:t>
            </a:r>
            <a:r>
              <a:rPr lang="es-ES"/>
              <a:t> </a:t>
            </a:r>
            <a:r>
              <a:rPr lang="es-ES" err="1"/>
              <a:t>odipsae</a:t>
            </a:r>
            <a:r>
              <a:rPr lang="es-ES"/>
              <a:t> </a:t>
            </a:r>
            <a:r>
              <a:rPr lang="es-ES" err="1"/>
              <a:t>stiumquisin</a:t>
            </a:r>
            <a:r>
              <a:rPr lang="es-ES"/>
              <a:t> </a:t>
            </a:r>
            <a:r>
              <a:rPr lang="es-ES" err="1"/>
              <a:t>perem</a:t>
            </a:r>
            <a:r>
              <a:rPr lang="es-ES"/>
              <a:t> </a:t>
            </a:r>
            <a:r>
              <a:rPr lang="es-ES" err="1"/>
              <a:t>maiorae</a:t>
            </a:r>
            <a:r>
              <a:rPr lang="es-ES"/>
              <a:t> </a:t>
            </a:r>
            <a:r>
              <a:rPr lang="es-ES" err="1"/>
              <a:t>oditiaOtatem</a:t>
            </a:r>
            <a:r>
              <a:rPr lang="es-ES"/>
              <a:t> ut </a:t>
            </a:r>
            <a:r>
              <a:rPr lang="es-ES" err="1"/>
              <a:t>explam</a:t>
            </a:r>
            <a:r>
              <a:rPr lang="es-ES"/>
              <a:t> </a:t>
            </a:r>
            <a:r>
              <a:rPr lang="es-ES" err="1"/>
              <a:t>volupta</a:t>
            </a:r>
            <a:r>
              <a:rPr lang="es-ES"/>
              <a:t> </a:t>
            </a:r>
            <a:r>
              <a:rPr lang="es-ES" err="1"/>
              <a:t>tusdam</a:t>
            </a:r>
            <a:r>
              <a:rPr lang="es-ES"/>
              <a:t> </a:t>
            </a:r>
            <a:r>
              <a:rPr lang="es-ES" err="1"/>
              <a:t>fugia</a:t>
            </a:r>
            <a:r>
              <a:rPr lang="es-ES"/>
              <a:t> non </a:t>
            </a:r>
            <a:r>
              <a:rPr lang="es-ES" err="1"/>
              <a:t>pore</a:t>
            </a:r>
            <a:r>
              <a:rPr lang="es-ES"/>
              <a:t> </a:t>
            </a:r>
            <a:r>
              <a:rPr lang="es-ES" err="1"/>
              <a:t>lantorat</a:t>
            </a:r>
            <a:r>
              <a:rPr lang="es-ES"/>
              <a:t> </a:t>
            </a:r>
            <a:r>
              <a:rPr lang="es-ES" err="1"/>
              <a:t>ulparum</a:t>
            </a:r>
            <a:r>
              <a:rPr lang="es-ES"/>
              <a:t> </a:t>
            </a:r>
            <a:r>
              <a:rPr lang="es-ES" err="1"/>
              <a:t>expellabo</a:t>
            </a:r>
            <a:r>
              <a:rPr lang="es-ES"/>
              <a:t>. </a:t>
            </a:r>
            <a:r>
              <a:rPr lang="es-ES" err="1"/>
              <a:t>Pelenistia</a:t>
            </a:r>
            <a:r>
              <a:rPr lang="es-ES"/>
              <a:t> </a:t>
            </a:r>
            <a:r>
              <a:rPr lang="es-ES" err="1"/>
              <a:t>dolupta</a:t>
            </a:r>
            <a:r>
              <a:rPr lang="es-ES"/>
              <a:t> </a:t>
            </a:r>
            <a:r>
              <a:rPr lang="es-ES" err="1"/>
              <a:t>tiuntis</a:t>
            </a:r>
            <a:r>
              <a:rPr lang="es-ES"/>
              <a:t> et </a:t>
            </a:r>
            <a:r>
              <a:rPr lang="es-ES" err="1"/>
              <a:t>vit</a:t>
            </a:r>
            <a:r>
              <a:rPr lang="es-ES"/>
              <a:t> </a:t>
            </a:r>
            <a:r>
              <a:rPr lang="es-ES" err="1"/>
              <a:t>hariae</a:t>
            </a:r>
            <a:r>
              <a:rPr lang="es-ES"/>
              <a:t> </a:t>
            </a:r>
            <a:r>
              <a:rPr lang="es-ES" err="1"/>
              <a:t>nonsed</a:t>
            </a:r>
            <a:r>
              <a:rPr lang="es-ES"/>
              <a:t> et </a:t>
            </a:r>
            <a:r>
              <a:rPr lang="es-ES" err="1"/>
              <a:t>lautem</a:t>
            </a:r>
            <a:r>
              <a:rPr lang="es-ES"/>
              <a:t> </a:t>
            </a:r>
            <a:r>
              <a:rPr lang="es-ES" err="1"/>
              <a:t>conserum</a:t>
            </a:r>
            <a:r>
              <a:rPr lang="es-ES"/>
              <a:t> </a:t>
            </a:r>
            <a:r>
              <a:rPr lang="es-ES" err="1"/>
              <a:t>excerum</a:t>
            </a:r>
            <a:r>
              <a:rPr lang="es-ES"/>
              <a:t> </a:t>
            </a:r>
            <a:r>
              <a:rPr lang="es-ES" err="1"/>
              <a:t>sitibus</a:t>
            </a:r>
            <a:r>
              <a:rPr lang="es-ES"/>
              <a:t> ni </a:t>
            </a:r>
            <a:r>
              <a:rPr lang="es-ES" err="1"/>
              <a:t>cus</a:t>
            </a:r>
            <a:r>
              <a:rPr lang="es-ES"/>
              <a:t>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auda</a:t>
            </a:r>
            <a:r>
              <a:rPr lang="es-ES"/>
              <a:t> </a:t>
            </a:r>
            <a:r>
              <a:rPr lang="es-ES" err="1"/>
              <a:t>natis</a:t>
            </a:r>
            <a:r>
              <a:rPr lang="es-ES"/>
              <a:t> </a:t>
            </a:r>
            <a:r>
              <a:rPr lang="es-ES" err="1"/>
              <a:t>acest</a:t>
            </a:r>
            <a:r>
              <a:rPr lang="es-ES"/>
              <a:t>, </a:t>
            </a:r>
            <a:r>
              <a:rPr lang="es-ES" err="1"/>
              <a:t>soluptatio</a:t>
            </a:r>
            <a:r>
              <a:rPr lang="es-ES"/>
              <a:t> </a:t>
            </a:r>
            <a:r>
              <a:rPr lang="es-ES" err="1"/>
              <a:t>eossequibus</a:t>
            </a:r>
            <a:r>
              <a:rPr lang="es-ES"/>
              <a:t> </a:t>
            </a:r>
            <a:r>
              <a:rPr lang="es-ES" err="1"/>
              <a:t>molupti</a:t>
            </a:r>
            <a:r>
              <a:rPr lang="es-ES"/>
              <a:t> </a:t>
            </a:r>
            <a:r>
              <a:rPr lang="es-ES" err="1"/>
              <a:t>aturerunt</a:t>
            </a:r>
            <a:r>
              <a:rPr lang="es-ES"/>
              <a:t> </a:t>
            </a:r>
            <a:r>
              <a:rPr lang="es-ES" err="1"/>
              <a:t>estrum</a:t>
            </a:r>
            <a:r>
              <a:rPr lang="es-ES"/>
              <a:t> </a:t>
            </a:r>
            <a:r>
              <a:rPr lang="es-ES" err="1"/>
              <a:t>quat</a:t>
            </a:r>
            <a:endParaRPr lang="es-ES"/>
          </a:p>
          <a:p>
            <a:pPr lvl="0"/>
            <a:r>
              <a:rPr lang="es-ES"/>
              <a:t>Pe </a:t>
            </a:r>
            <a:r>
              <a:rPr lang="es-ES" err="1"/>
              <a:t>pa</a:t>
            </a:r>
            <a:r>
              <a:rPr lang="es-ES"/>
              <a:t> </a:t>
            </a:r>
            <a:r>
              <a:rPr lang="es-ES" err="1"/>
              <a:t>quate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</a:t>
            </a:r>
            <a:r>
              <a:rPr lang="es-ES" err="1"/>
              <a:t>deliciet</a:t>
            </a:r>
            <a:r>
              <a:rPr lang="es-ES"/>
              <a:t> </a:t>
            </a:r>
            <a:r>
              <a:rPr lang="es-ES" err="1"/>
              <a:t>ati</a:t>
            </a:r>
            <a:r>
              <a:rPr lang="es-ES"/>
              <a:t> </a:t>
            </a:r>
            <a:r>
              <a:rPr lang="es-ES" err="1"/>
              <a:t>volupiendis</a:t>
            </a:r>
            <a:r>
              <a:rPr lang="es-ES"/>
              <a:t> di </a:t>
            </a:r>
            <a:r>
              <a:rPr lang="es-ES" err="1"/>
              <a:t>audanda</a:t>
            </a:r>
            <a:r>
              <a:rPr lang="es-ES"/>
              <a:t> </a:t>
            </a:r>
            <a:r>
              <a:rPr lang="es-ES" err="1"/>
              <a:t>dolorep</a:t>
            </a:r>
            <a:r>
              <a:rPr lang="es-ES"/>
              <a:t> </a:t>
            </a:r>
            <a:r>
              <a:rPr lang="es-ES" err="1"/>
              <a:t>eriore</a:t>
            </a:r>
            <a:r>
              <a:rPr lang="es-ES"/>
              <a:t> </a:t>
            </a:r>
            <a:r>
              <a:rPr lang="es-ES" err="1"/>
              <a:t>perferi</a:t>
            </a:r>
            <a:r>
              <a:rPr lang="es-ES"/>
              <a:t> </a:t>
            </a:r>
            <a:r>
              <a:rPr lang="es-ES" err="1"/>
              <a:t>commolor</a:t>
            </a:r>
            <a:r>
              <a:rPr lang="es-ES"/>
              <a:t> </a:t>
            </a:r>
            <a:r>
              <a:rPr lang="es-ES" err="1"/>
              <a:t>sapeles</a:t>
            </a:r>
            <a:r>
              <a:rPr lang="es-ES"/>
              <a:t> </a:t>
            </a:r>
            <a:r>
              <a:rPr lang="es-ES" err="1"/>
              <a:t>ecaborr</a:t>
            </a:r>
            <a:r>
              <a:rPr lang="es-ES"/>
              <a:t> </a:t>
            </a:r>
            <a:r>
              <a:rPr lang="es-ES" err="1"/>
              <a:t>ovitectur</a:t>
            </a:r>
            <a:r>
              <a:rPr lang="es-ES"/>
              <a:t> </a:t>
            </a:r>
            <a:r>
              <a:rPr lang="es-ES" err="1"/>
              <a:t>simaxim</a:t>
            </a:r>
            <a:r>
              <a:rPr lang="es-ES"/>
              <a:t> </a:t>
            </a:r>
            <a:r>
              <a:rPr lang="es-ES" err="1"/>
              <a:t>olorecum</a:t>
            </a:r>
            <a:r>
              <a:rPr lang="es-ES"/>
              <a:t> si sunt </a:t>
            </a:r>
            <a:r>
              <a:rPr lang="es-ES" err="1"/>
              <a:t>lat</a:t>
            </a:r>
            <a:r>
              <a:rPr lang="es-ES"/>
              <a:t> </a:t>
            </a:r>
            <a:r>
              <a:rPr lang="es-ES" err="1"/>
              <a:t>pliquid</a:t>
            </a:r>
            <a:r>
              <a:rPr lang="es-ES"/>
              <a:t> </a:t>
            </a:r>
            <a:r>
              <a:rPr lang="es-ES" err="1"/>
              <a:t>estrum</a:t>
            </a:r>
            <a:r>
              <a:rPr lang="es-ES"/>
              <a:t> </a:t>
            </a:r>
            <a:r>
              <a:rPr lang="es-ES" err="1"/>
              <a:t>estotam</a:t>
            </a:r>
            <a:r>
              <a:rPr lang="es-ES"/>
              <a:t> </a:t>
            </a:r>
            <a:r>
              <a:rPr lang="es-ES" err="1"/>
              <a:t>nateculparum</a:t>
            </a:r>
            <a:r>
              <a:rPr lang="es-ES"/>
              <a:t>.</a:t>
            </a:r>
          </a:p>
        </p:txBody>
      </p:sp>
      <p:sp>
        <p:nvSpPr>
          <p:cNvPr id="12" name="Marcador de texto 14">
            <a:extLst>
              <a:ext uri="{FF2B5EF4-FFF2-40B4-BE49-F238E27FC236}">
                <a16:creationId xmlns:a16="http://schemas.microsoft.com/office/drawing/2014/main" id="{66302F8C-D22B-0D56-8445-17ED5BA39D3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8813" y="6385912"/>
            <a:ext cx="2511106" cy="15204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de documento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90B5E5C-F348-3899-F6F7-726C869BB292}"/>
              </a:ext>
            </a:extLst>
          </p:cNvPr>
          <p:cNvCxnSpPr>
            <a:cxnSpLocks/>
          </p:cNvCxnSpPr>
          <p:nvPr userDrawn="1"/>
        </p:nvCxnSpPr>
        <p:spPr>
          <a:xfrm flipH="1">
            <a:off x="658813" y="6584950"/>
            <a:ext cx="1040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BAC3FA40-FB54-6FED-2377-45057456429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257925" y="0"/>
            <a:ext cx="5934075" cy="6038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es-ES"/>
              <a:t>Insertar imagen</a:t>
            </a:r>
          </a:p>
        </p:txBody>
      </p:sp>
    </p:spTree>
    <p:extLst>
      <p:ext uri="{BB962C8B-B14F-4D97-AF65-F5344CB8AC3E}">
        <p14:creationId xmlns:p14="http://schemas.microsoft.com/office/powerpoint/2010/main" val="2629681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fras + ima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2">
            <a:extLst>
              <a:ext uri="{FF2B5EF4-FFF2-40B4-BE49-F238E27FC236}">
                <a16:creationId xmlns:a16="http://schemas.microsoft.com/office/drawing/2014/main" id="{C700EE37-B9B1-9907-1BA0-C6243FA6F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4" y="1365250"/>
            <a:ext cx="2646362" cy="1187450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/>
            </a:lvl1pPr>
          </a:lstStyle>
          <a:p>
            <a:r>
              <a:rPr lang="es-ES"/>
              <a:t>Título de la </a:t>
            </a:r>
            <a:r>
              <a:rPr lang="es-ES" err="1"/>
              <a:t>slide</a:t>
            </a:r>
            <a:r>
              <a:rPr lang="es-ES"/>
              <a:t> hit qui cum </a:t>
            </a:r>
            <a:r>
              <a:rPr lang="es-ES" err="1"/>
              <a:t>aliquia</a:t>
            </a:r>
            <a:endParaRPr lang="es-ES"/>
          </a:p>
        </p:txBody>
      </p:sp>
      <p:sp>
        <p:nvSpPr>
          <p:cNvPr id="9" name="Marcador de texto 14">
            <a:extLst>
              <a:ext uri="{FF2B5EF4-FFF2-40B4-BE49-F238E27FC236}">
                <a16:creationId xmlns:a16="http://schemas.microsoft.com/office/drawing/2014/main" id="{FA156288-54CB-3B66-2FB4-2A495C1F82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3" y="938213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01 | Título Capítulo</a:t>
            </a:r>
          </a:p>
        </p:txBody>
      </p:sp>
      <p:sp>
        <p:nvSpPr>
          <p:cNvPr id="10" name="Marcador de texto 14">
            <a:extLst>
              <a:ext uri="{FF2B5EF4-FFF2-40B4-BE49-F238E27FC236}">
                <a16:creationId xmlns:a16="http://schemas.microsoft.com/office/drawing/2014/main" id="{6530C4B4-96E8-09C1-D07D-DE2EE5E21A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88363" y="1268352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Título párrafo</a:t>
            </a:r>
          </a:p>
        </p:txBody>
      </p:sp>
      <p:sp>
        <p:nvSpPr>
          <p:cNvPr id="11" name="Marcador de texto 14">
            <a:extLst>
              <a:ext uri="{FF2B5EF4-FFF2-40B4-BE49-F238E27FC236}">
                <a16:creationId xmlns:a16="http://schemas.microsoft.com/office/drawing/2014/main" id="{4FB530F3-4392-7CA3-4A4E-17EE0A2ABA5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88364" y="1603200"/>
            <a:ext cx="3027362" cy="14638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Subtítulo </a:t>
            </a:r>
            <a:r>
              <a:rPr lang="es-ES" err="1"/>
              <a:t>adit</a:t>
            </a:r>
            <a:r>
              <a:rPr lang="es-ES"/>
              <a:t> </a:t>
            </a:r>
            <a:r>
              <a:rPr lang="es-ES" err="1"/>
              <a:t>odipsae</a:t>
            </a:r>
            <a:r>
              <a:rPr lang="es-ES"/>
              <a:t> </a:t>
            </a:r>
            <a:r>
              <a:rPr lang="es-ES" err="1"/>
              <a:t>stiumquisin</a:t>
            </a:r>
            <a:r>
              <a:rPr lang="es-ES"/>
              <a:t> </a:t>
            </a:r>
            <a:r>
              <a:rPr lang="es-ES" err="1"/>
              <a:t>perem</a:t>
            </a:r>
            <a:r>
              <a:rPr lang="es-ES"/>
              <a:t> </a:t>
            </a:r>
            <a:r>
              <a:rPr lang="es-ES" err="1"/>
              <a:t>maiorae</a:t>
            </a:r>
            <a:r>
              <a:rPr lang="es-ES"/>
              <a:t> </a:t>
            </a:r>
            <a:r>
              <a:rPr lang="es-ES" err="1"/>
              <a:t>oditiaOtatem</a:t>
            </a:r>
            <a:r>
              <a:rPr lang="es-ES"/>
              <a:t> ut </a:t>
            </a:r>
            <a:r>
              <a:rPr lang="es-ES" err="1"/>
              <a:t>explam</a:t>
            </a:r>
            <a:r>
              <a:rPr lang="es-ES"/>
              <a:t> </a:t>
            </a:r>
            <a:r>
              <a:rPr lang="es-ES" err="1"/>
              <a:t>volupta</a:t>
            </a:r>
            <a:r>
              <a:rPr lang="es-ES"/>
              <a:t> </a:t>
            </a:r>
            <a:r>
              <a:rPr lang="es-ES" err="1"/>
              <a:t>tusdam</a:t>
            </a:r>
            <a:r>
              <a:rPr lang="es-ES"/>
              <a:t> </a:t>
            </a:r>
            <a:r>
              <a:rPr lang="es-ES" err="1"/>
              <a:t>fugia</a:t>
            </a:r>
            <a:r>
              <a:rPr lang="es-ES"/>
              <a:t> non </a:t>
            </a:r>
            <a:r>
              <a:rPr lang="es-ES" err="1"/>
              <a:t>pore</a:t>
            </a:r>
            <a:r>
              <a:rPr lang="es-ES"/>
              <a:t> </a:t>
            </a:r>
            <a:r>
              <a:rPr lang="es-ES" err="1"/>
              <a:t>lantorat</a:t>
            </a:r>
            <a:r>
              <a:rPr lang="es-ES"/>
              <a:t> </a:t>
            </a:r>
            <a:r>
              <a:rPr lang="es-ES" err="1"/>
              <a:t>ulparum</a:t>
            </a:r>
            <a:r>
              <a:rPr lang="es-ES"/>
              <a:t> </a:t>
            </a:r>
            <a:r>
              <a:rPr lang="es-ES" err="1"/>
              <a:t>expellabo</a:t>
            </a:r>
            <a:r>
              <a:rPr lang="es-ES"/>
              <a:t>. </a:t>
            </a:r>
            <a:r>
              <a:rPr lang="es-ES" err="1"/>
              <a:t>Pelenistia</a:t>
            </a:r>
            <a:r>
              <a:rPr lang="es-ES"/>
              <a:t> </a:t>
            </a:r>
            <a:r>
              <a:rPr lang="es-ES" err="1"/>
              <a:t>dolupta</a:t>
            </a:r>
            <a:r>
              <a:rPr lang="es-ES"/>
              <a:t> </a:t>
            </a:r>
            <a:r>
              <a:rPr lang="es-ES" err="1"/>
              <a:t>tiuntis</a:t>
            </a:r>
            <a:r>
              <a:rPr lang="es-ES"/>
              <a:t> et </a:t>
            </a:r>
            <a:r>
              <a:rPr lang="es-ES" err="1"/>
              <a:t>vit</a:t>
            </a:r>
            <a:r>
              <a:rPr lang="es-ES"/>
              <a:t> </a:t>
            </a:r>
            <a:r>
              <a:rPr lang="es-ES" err="1"/>
              <a:t>hariae</a:t>
            </a:r>
            <a:r>
              <a:rPr lang="es-ES"/>
              <a:t> </a:t>
            </a:r>
            <a:r>
              <a:rPr lang="es-ES" err="1"/>
              <a:t>nonsed</a:t>
            </a:r>
            <a:r>
              <a:rPr lang="es-ES"/>
              <a:t> et </a:t>
            </a:r>
            <a:r>
              <a:rPr lang="es-ES" err="1"/>
              <a:t>lautem</a:t>
            </a:r>
            <a:r>
              <a:rPr lang="es-ES"/>
              <a:t> </a:t>
            </a:r>
            <a:r>
              <a:rPr lang="es-ES" err="1"/>
              <a:t>conserum</a:t>
            </a:r>
            <a:r>
              <a:rPr lang="es-ES"/>
              <a:t> </a:t>
            </a:r>
            <a:r>
              <a:rPr lang="es-ES" err="1"/>
              <a:t>excerum</a:t>
            </a:r>
            <a:r>
              <a:rPr lang="es-ES"/>
              <a:t> </a:t>
            </a:r>
            <a:r>
              <a:rPr lang="es-ES" err="1"/>
              <a:t>sitibus</a:t>
            </a:r>
            <a:r>
              <a:rPr lang="es-ES"/>
              <a:t> ni </a:t>
            </a:r>
            <a:r>
              <a:rPr lang="es-ES" err="1"/>
              <a:t>cus</a:t>
            </a:r>
            <a:r>
              <a:rPr lang="es-ES"/>
              <a:t>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auda</a:t>
            </a:r>
            <a:r>
              <a:rPr lang="es-ES"/>
              <a:t> </a:t>
            </a:r>
            <a:r>
              <a:rPr lang="es-ES" err="1"/>
              <a:t>natis</a:t>
            </a:r>
            <a:r>
              <a:rPr lang="es-ES"/>
              <a:t> </a:t>
            </a:r>
            <a:r>
              <a:rPr lang="es-ES" err="1"/>
              <a:t>acest</a:t>
            </a:r>
            <a:r>
              <a:rPr lang="es-ES"/>
              <a:t>, </a:t>
            </a:r>
            <a:r>
              <a:rPr lang="es-ES" err="1"/>
              <a:t>soluptatio</a:t>
            </a:r>
            <a:r>
              <a:rPr lang="es-ES"/>
              <a:t> </a:t>
            </a:r>
            <a:r>
              <a:rPr lang="es-ES" err="1"/>
              <a:t>eossequibus</a:t>
            </a:r>
            <a:r>
              <a:rPr lang="es-ES"/>
              <a:t> </a:t>
            </a:r>
            <a:r>
              <a:rPr lang="es-ES" err="1"/>
              <a:t>molupti</a:t>
            </a:r>
            <a:r>
              <a:rPr lang="es-ES"/>
              <a:t> </a:t>
            </a:r>
            <a:r>
              <a:rPr lang="es-ES" err="1"/>
              <a:t>aturerunt</a:t>
            </a:r>
            <a:r>
              <a:rPr lang="es-ES"/>
              <a:t> </a:t>
            </a:r>
            <a:r>
              <a:rPr lang="es-ES" err="1"/>
              <a:t>estrum</a:t>
            </a:r>
            <a:r>
              <a:rPr lang="es-ES"/>
              <a:t> </a:t>
            </a:r>
            <a:r>
              <a:rPr lang="es-ES" err="1"/>
              <a:t>quat</a:t>
            </a:r>
            <a:endParaRPr lang="es-ES"/>
          </a:p>
        </p:txBody>
      </p:sp>
      <p:sp>
        <p:nvSpPr>
          <p:cNvPr id="12" name="Marcador de texto 14">
            <a:extLst>
              <a:ext uri="{FF2B5EF4-FFF2-40B4-BE49-F238E27FC236}">
                <a16:creationId xmlns:a16="http://schemas.microsoft.com/office/drawing/2014/main" id="{66302F8C-D22B-0D56-8445-17ED5BA39D3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8813" y="6385912"/>
            <a:ext cx="2511106" cy="15204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de documento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90B5E5C-F348-3899-F6F7-726C869BB292}"/>
              </a:ext>
            </a:extLst>
          </p:cNvPr>
          <p:cNvCxnSpPr>
            <a:cxnSpLocks/>
          </p:cNvCxnSpPr>
          <p:nvPr userDrawn="1"/>
        </p:nvCxnSpPr>
        <p:spPr>
          <a:xfrm flipH="1">
            <a:off x="658813" y="6584950"/>
            <a:ext cx="1040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BAC3FA40-FB54-6FED-2377-45057456429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7619999" y="3743325"/>
            <a:ext cx="4572001" cy="31146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es-ES"/>
              <a:t>Insertar imagen</a:t>
            </a:r>
          </a:p>
        </p:txBody>
      </p:sp>
      <p:sp>
        <p:nvSpPr>
          <p:cNvPr id="4" name="Marcador de posición de imagen 14">
            <a:extLst>
              <a:ext uri="{FF2B5EF4-FFF2-40B4-BE49-F238E27FC236}">
                <a16:creationId xmlns:a16="http://schemas.microsoft.com/office/drawing/2014/main" id="{CE30C591-B5ED-AE14-B136-AA7AAA24215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952875" y="0"/>
            <a:ext cx="3648075" cy="3733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es-ES"/>
              <a:t>Insertar imagen</a:t>
            </a:r>
          </a:p>
        </p:txBody>
      </p:sp>
      <p:sp>
        <p:nvSpPr>
          <p:cNvPr id="5" name="Marcador de texto 14">
            <a:extLst>
              <a:ext uri="{FF2B5EF4-FFF2-40B4-BE49-F238E27FC236}">
                <a16:creationId xmlns:a16="http://schemas.microsoft.com/office/drawing/2014/main" id="{57AD1D00-1C6E-220B-6F67-D564F57C8AE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935413" y="3995886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Título párrafo</a:t>
            </a:r>
          </a:p>
        </p:txBody>
      </p:sp>
      <p:sp>
        <p:nvSpPr>
          <p:cNvPr id="6" name="Marcador de texto 14">
            <a:extLst>
              <a:ext uri="{FF2B5EF4-FFF2-40B4-BE49-F238E27FC236}">
                <a16:creationId xmlns:a16="http://schemas.microsoft.com/office/drawing/2014/main" id="{02A4500B-A079-8363-650A-F3FB25BFA9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935414" y="4330734"/>
            <a:ext cx="3027362" cy="14638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Subtítulo </a:t>
            </a:r>
            <a:r>
              <a:rPr lang="es-ES" err="1"/>
              <a:t>adit</a:t>
            </a:r>
            <a:r>
              <a:rPr lang="es-ES"/>
              <a:t> </a:t>
            </a:r>
            <a:r>
              <a:rPr lang="es-ES" err="1"/>
              <a:t>odipsae</a:t>
            </a:r>
            <a:r>
              <a:rPr lang="es-ES"/>
              <a:t> </a:t>
            </a:r>
            <a:r>
              <a:rPr lang="es-ES" err="1"/>
              <a:t>stiumquisin</a:t>
            </a:r>
            <a:r>
              <a:rPr lang="es-ES"/>
              <a:t> </a:t>
            </a:r>
            <a:r>
              <a:rPr lang="es-ES" err="1"/>
              <a:t>perem</a:t>
            </a:r>
            <a:r>
              <a:rPr lang="es-ES"/>
              <a:t> </a:t>
            </a:r>
            <a:r>
              <a:rPr lang="es-ES" err="1"/>
              <a:t>maiorae</a:t>
            </a:r>
            <a:r>
              <a:rPr lang="es-ES"/>
              <a:t> </a:t>
            </a:r>
            <a:r>
              <a:rPr lang="es-ES" err="1"/>
              <a:t>oditiaOtatem</a:t>
            </a:r>
            <a:r>
              <a:rPr lang="es-ES"/>
              <a:t> ut </a:t>
            </a:r>
            <a:r>
              <a:rPr lang="es-ES" err="1"/>
              <a:t>explam</a:t>
            </a:r>
            <a:r>
              <a:rPr lang="es-ES"/>
              <a:t> </a:t>
            </a:r>
            <a:r>
              <a:rPr lang="es-ES" err="1"/>
              <a:t>volupta</a:t>
            </a:r>
            <a:r>
              <a:rPr lang="es-ES"/>
              <a:t> </a:t>
            </a:r>
            <a:r>
              <a:rPr lang="es-ES" err="1"/>
              <a:t>tusdam</a:t>
            </a:r>
            <a:r>
              <a:rPr lang="es-ES"/>
              <a:t> </a:t>
            </a:r>
            <a:r>
              <a:rPr lang="es-ES" err="1"/>
              <a:t>fugia</a:t>
            </a:r>
            <a:r>
              <a:rPr lang="es-ES"/>
              <a:t> non </a:t>
            </a:r>
            <a:r>
              <a:rPr lang="es-ES" err="1"/>
              <a:t>pore</a:t>
            </a:r>
            <a:r>
              <a:rPr lang="es-ES"/>
              <a:t> </a:t>
            </a:r>
            <a:r>
              <a:rPr lang="es-ES" err="1"/>
              <a:t>lantorat</a:t>
            </a:r>
            <a:r>
              <a:rPr lang="es-ES"/>
              <a:t> </a:t>
            </a:r>
            <a:r>
              <a:rPr lang="es-ES" err="1"/>
              <a:t>ulparum</a:t>
            </a:r>
            <a:r>
              <a:rPr lang="es-ES"/>
              <a:t> </a:t>
            </a:r>
            <a:r>
              <a:rPr lang="es-ES" err="1"/>
              <a:t>expellabo</a:t>
            </a:r>
            <a:r>
              <a:rPr lang="es-ES"/>
              <a:t>. </a:t>
            </a:r>
            <a:r>
              <a:rPr lang="es-ES" err="1"/>
              <a:t>Pelenistia</a:t>
            </a:r>
            <a:r>
              <a:rPr lang="es-ES"/>
              <a:t> </a:t>
            </a:r>
            <a:r>
              <a:rPr lang="es-ES" err="1"/>
              <a:t>dolupta</a:t>
            </a:r>
            <a:r>
              <a:rPr lang="es-ES"/>
              <a:t> </a:t>
            </a:r>
            <a:r>
              <a:rPr lang="es-ES" err="1"/>
              <a:t>tiuntis</a:t>
            </a:r>
            <a:r>
              <a:rPr lang="es-ES"/>
              <a:t> et </a:t>
            </a:r>
            <a:r>
              <a:rPr lang="es-ES" err="1"/>
              <a:t>vit</a:t>
            </a:r>
            <a:r>
              <a:rPr lang="es-ES"/>
              <a:t> </a:t>
            </a:r>
            <a:r>
              <a:rPr lang="es-ES" err="1"/>
              <a:t>hariae</a:t>
            </a:r>
            <a:r>
              <a:rPr lang="es-ES"/>
              <a:t> </a:t>
            </a:r>
            <a:r>
              <a:rPr lang="es-ES" err="1"/>
              <a:t>nonsed</a:t>
            </a:r>
            <a:r>
              <a:rPr lang="es-ES"/>
              <a:t> et </a:t>
            </a:r>
            <a:r>
              <a:rPr lang="es-ES" err="1"/>
              <a:t>lautem</a:t>
            </a:r>
            <a:r>
              <a:rPr lang="es-ES"/>
              <a:t> </a:t>
            </a:r>
            <a:r>
              <a:rPr lang="es-ES" err="1"/>
              <a:t>conserum</a:t>
            </a:r>
            <a:r>
              <a:rPr lang="es-ES"/>
              <a:t> </a:t>
            </a:r>
            <a:r>
              <a:rPr lang="es-ES" err="1"/>
              <a:t>excerum</a:t>
            </a:r>
            <a:r>
              <a:rPr lang="es-ES"/>
              <a:t> </a:t>
            </a:r>
            <a:r>
              <a:rPr lang="es-ES" err="1"/>
              <a:t>sitibus</a:t>
            </a:r>
            <a:r>
              <a:rPr lang="es-ES"/>
              <a:t> ni </a:t>
            </a:r>
            <a:r>
              <a:rPr lang="es-ES" err="1"/>
              <a:t>cus</a:t>
            </a:r>
            <a:r>
              <a:rPr lang="es-ES"/>
              <a:t>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auda</a:t>
            </a:r>
            <a:r>
              <a:rPr lang="es-ES"/>
              <a:t> </a:t>
            </a:r>
            <a:r>
              <a:rPr lang="es-ES" err="1"/>
              <a:t>natis</a:t>
            </a:r>
            <a:r>
              <a:rPr lang="es-ES"/>
              <a:t> </a:t>
            </a:r>
            <a:r>
              <a:rPr lang="es-ES" err="1"/>
              <a:t>acest</a:t>
            </a:r>
            <a:r>
              <a:rPr lang="es-ES"/>
              <a:t>, </a:t>
            </a:r>
            <a:r>
              <a:rPr lang="es-ES" err="1"/>
              <a:t>soluptatio</a:t>
            </a:r>
            <a:r>
              <a:rPr lang="es-ES"/>
              <a:t> </a:t>
            </a:r>
            <a:r>
              <a:rPr lang="es-ES" err="1"/>
              <a:t>eossequibus</a:t>
            </a:r>
            <a:r>
              <a:rPr lang="es-ES"/>
              <a:t> </a:t>
            </a:r>
            <a:r>
              <a:rPr lang="es-ES" err="1"/>
              <a:t>molupti</a:t>
            </a:r>
            <a:r>
              <a:rPr lang="es-ES"/>
              <a:t> </a:t>
            </a:r>
            <a:r>
              <a:rPr lang="es-ES" err="1"/>
              <a:t>aturerunt</a:t>
            </a:r>
            <a:r>
              <a:rPr lang="es-ES"/>
              <a:t> </a:t>
            </a:r>
            <a:r>
              <a:rPr lang="es-ES" err="1"/>
              <a:t>estrum</a:t>
            </a:r>
            <a:r>
              <a:rPr lang="es-ES"/>
              <a:t> </a:t>
            </a:r>
            <a:r>
              <a:rPr lang="es-ES" err="1"/>
              <a:t>quat</a:t>
            </a:r>
            <a:endParaRPr lang="es-ES"/>
          </a:p>
        </p:txBody>
      </p:sp>
      <p:sp>
        <p:nvSpPr>
          <p:cNvPr id="7" name="Marcador de texto 14">
            <a:extLst>
              <a:ext uri="{FF2B5EF4-FFF2-40B4-BE49-F238E27FC236}">
                <a16:creationId xmlns:a16="http://schemas.microsoft.com/office/drawing/2014/main" id="{FE1A5F63-BCC8-E0DB-0B59-66EF0A17AA9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58813" y="2995762"/>
            <a:ext cx="2684462" cy="49991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99%</a:t>
            </a:r>
          </a:p>
        </p:txBody>
      </p:sp>
      <p:sp>
        <p:nvSpPr>
          <p:cNvPr id="14" name="Marcador de texto 14">
            <a:extLst>
              <a:ext uri="{FF2B5EF4-FFF2-40B4-BE49-F238E27FC236}">
                <a16:creationId xmlns:a16="http://schemas.microsoft.com/office/drawing/2014/main" id="{716EA20D-10A9-2764-8384-2EFB27EE71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58812" y="3519636"/>
            <a:ext cx="2713037" cy="30941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Descripción porcentaje</a:t>
            </a:r>
          </a:p>
        </p:txBody>
      </p:sp>
      <p:sp>
        <p:nvSpPr>
          <p:cNvPr id="16" name="Marcador de texto 14">
            <a:extLst>
              <a:ext uri="{FF2B5EF4-FFF2-40B4-BE49-F238E27FC236}">
                <a16:creationId xmlns:a16="http://schemas.microsoft.com/office/drawing/2014/main" id="{FA2CF41D-E040-DF75-EBFE-9620F69CD29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8813" y="4129262"/>
            <a:ext cx="2684462" cy="49991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99%</a:t>
            </a:r>
          </a:p>
        </p:txBody>
      </p:sp>
      <p:sp>
        <p:nvSpPr>
          <p:cNvPr id="17" name="Marcador de texto 14">
            <a:extLst>
              <a:ext uri="{FF2B5EF4-FFF2-40B4-BE49-F238E27FC236}">
                <a16:creationId xmlns:a16="http://schemas.microsoft.com/office/drawing/2014/main" id="{B7206015-13DD-D2BE-EA9D-97D5E38611E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58812" y="4653136"/>
            <a:ext cx="2713037" cy="30941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Descripción porcentaje</a:t>
            </a:r>
          </a:p>
        </p:txBody>
      </p:sp>
    </p:spTree>
    <p:extLst>
      <p:ext uri="{BB962C8B-B14F-4D97-AF65-F5344CB8AC3E}">
        <p14:creationId xmlns:p14="http://schemas.microsoft.com/office/powerpoint/2010/main" val="2529740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_Fondo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14">
            <a:extLst>
              <a:ext uri="{FF2B5EF4-FFF2-40B4-BE49-F238E27FC236}">
                <a16:creationId xmlns:a16="http://schemas.microsoft.com/office/drawing/2014/main" id="{FDB86E71-7330-B83A-0840-DCAEB7892A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8813" y="6385912"/>
            <a:ext cx="2511106" cy="15204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de documento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D5D0C39-D161-B5CC-4D66-9D3E56A60623}"/>
              </a:ext>
            </a:extLst>
          </p:cNvPr>
          <p:cNvCxnSpPr>
            <a:cxnSpLocks/>
          </p:cNvCxnSpPr>
          <p:nvPr userDrawn="1"/>
        </p:nvCxnSpPr>
        <p:spPr>
          <a:xfrm flipH="1">
            <a:off x="658813" y="6584950"/>
            <a:ext cx="1040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texto 14">
            <a:extLst>
              <a:ext uri="{FF2B5EF4-FFF2-40B4-BE49-F238E27FC236}">
                <a16:creationId xmlns:a16="http://schemas.microsoft.com/office/drawing/2014/main" id="{CBF71479-BCD1-668D-1A0E-A239ECE808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3" y="938213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01 | Título Capítulo</a:t>
            </a:r>
          </a:p>
        </p:txBody>
      </p:sp>
      <p:sp>
        <p:nvSpPr>
          <p:cNvPr id="31" name="Título 12">
            <a:extLst>
              <a:ext uri="{FF2B5EF4-FFF2-40B4-BE49-F238E27FC236}">
                <a16:creationId xmlns:a16="http://schemas.microsoft.com/office/drawing/2014/main" id="{A8560822-5D23-076E-6C0B-1752068292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3" y="1365250"/>
            <a:ext cx="10874375" cy="463550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/>
            </a:lvl1pPr>
          </a:lstStyle>
          <a:p>
            <a:r>
              <a:rPr lang="es-ES"/>
              <a:t>Título </a:t>
            </a:r>
            <a:r>
              <a:rPr lang="es-ES" err="1"/>
              <a:t>slide</a:t>
            </a:r>
            <a:endParaRPr lang="es-E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817607F2-5DC5-8030-7B10-90E145C360AD}"/>
              </a:ext>
            </a:extLst>
          </p:cNvPr>
          <p:cNvSpPr/>
          <p:nvPr userDrawn="1"/>
        </p:nvSpPr>
        <p:spPr>
          <a:xfrm>
            <a:off x="0" y="809625"/>
            <a:ext cx="12192000" cy="6048375"/>
          </a:xfrm>
          <a:prstGeom prst="rect">
            <a:avLst/>
          </a:prstGeom>
          <a:solidFill>
            <a:srgbClr val="E6E1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2FC2F923-661D-DADD-63A1-D74D1F5869A0}"/>
              </a:ext>
            </a:extLst>
          </p:cNvPr>
          <p:cNvCxnSpPr>
            <a:cxnSpLocks/>
          </p:cNvCxnSpPr>
          <p:nvPr userDrawn="1"/>
        </p:nvCxnSpPr>
        <p:spPr>
          <a:xfrm flipH="1">
            <a:off x="11155680" y="6584950"/>
            <a:ext cx="377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Holder 6">
            <a:extLst>
              <a:ext uri="{FF2B5EF4-FFF2-40B4-BE49-F238E27FC236}">
                <a16:creationId xmlns:a16="http://schemas.microsoft.com/office/drawing/2014/main" id="{155FD5B2-3276-1076-AFA1-E386400C6957}"/>
              </a:ext>
            </a:extLst>
          </p:cNvPr>
          <p:cNvSpPr txBox="1">
            <a:spLocks/>
          </p:cNvSpPr>
          <p:nvPr userDrawn="1"/>
        </p:nvSpPr>
        <p:spPr>
          <a:xfrm>
            <a:off x="10835640" y="6385626"/>
            <a:ext cx="702567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s-E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+mj-lt"/>
                <a:ea typeface="+mn-ea"/>
                <a:cs typeface="Santander Micro Text Ligh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>
              <a:spcBef>
                <a:spcPts val="155"/>
              </a:spcBef>
            </a:pPr>
            <a:r>
              <a:rPr lang="es-ES" sz="900"/>
              <a:t>Pág. </a:t>
            </a:r>
            <a:fld id="{81D60167-4931-47E6-BA6A-407CBD079E47}" type="slidenum">
              <a:rPr sz="900" smtClean="0"/>
              <a:pPr marL="92075">
                <a:spcBef>
                  <a:spcPts val="155"/>
                </a:spcBef>
              </a:pPr>
              <a:t>‹Nº›</a:t>
            </a:fld>
            <a:endParaRPr sz="900"/>
          </a:p>
        </p:txBody>
      </p:sp>
    </p:spTree>
    <p:extLst>
      <p:ext uri="{BB962C8B-B14F-4D97-AF65-F5344CB8AC3E}">
        <p14:creationId xmlns:p14="http://schemas.microsoft.com/office/powerpoint/2010/main" val="2580868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_Fondo color + 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10B2A0F0-47D4-6937-C4BF-0A9831BCA5A5}"/>
              </a:ext>
            </a:extLst>
          </p:cNvPr>
          <p:cNvSpPr/>
          <p:nvPr userDrawn="1"/>
        </p:nvSpPr>
        <p:spPr>
          <a:xfrm>
            <a:off x="0" y="809625"/>
            <a:ext cx="12192000" cy="6048375"/>
          </a:xfrm>
          <a:prstGeom prst="rect">
            <a:avLst/>
          </a:prstGeom>
          <a:solidFill>
            <a:srgbClr val="E6E1DB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Marcador de texto 14">
            <a:extLst>
              <a:ext uri="{FF2B5EF4-FFF2-40B4-BE49-F238E27FC236}">
                <a16:creationId xmlns:a16="http://schemas.microsoft.com/office/drawing/2014/main" id="{FDB86E71-7330-B83A-0840-DCAEB7892A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8813" y="6385912"/>
            <a:ext cx="2511106" cy="15204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de documento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D5D0C39-D161-B5CC-4D66-9D3E56A60623}"/>
              </a:ext>
            </a:extLst>
          </p:cNvPr>
          <p:cNvCxnSpPr>
            <a:cxnSpLocks/>
          </p:cNvCxnSpPr>
          <p:nvPr userDrawn="1"/>
        </p:nvCxnSpPr>
        <p:spPr>
          <a:xfrm flipH="1">
            <a:off x="658813" y="6584950"/>
            <a:ext cx="1040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texto 14">
            <a:extLst>
              <a:ext uri="{FF2B5EF4-FFF2-40B4-BE49-F238E27FC236}">
                <a16:creationId xmlns:a16="http://schemas.microsoft.com/office/drawing/2014/main" id="{CBF71479-BCD1-668D-1A0E-A239ECE808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3" y="938213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01 | Título Capítulo</a:t>
            </a:r>
          </a:p>
        </p:txBody>
      </p:sp>
      <p:sp>
        <p:nvSpPr>
          <p:cNvPr id="30" name="Marcador de gráfico 29">
            <a:extLst>
              <a:ext uri="{FF2B5EF4-FFF2-40B4-BE49-F238E27FC236}">
                <a16:creationId xmlns:a16="http://schemas.microsoft.com/office/drawing/2014/main" id="{347FE033-9997-3CF8-CD55-605716E282FD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658813" y="1935163"/>
            <a:ext cx="10874375" cy="39862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s-ES"/>
              <a:t>Insertar gráfico</a:t>
            </a:r>
          </a:p>
        </p:txBody>
      </p:sp>
      <p:sp>
        <p:nvSpPr>
          <p:cNvPr id="2" name="Título 12">
            <a:extLst>
              <a:ext uri="{FF2B5EF4-FFF2-40B4-BE49-F238E27FC236}">
                <a16:creationId xmlns:a16="http://schemas.microsoft.com/office/drawing/2014/main" id="{6FCCCF6D-8E1E-5978-C427-D5FD5CB26D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3" y="1365250"/>
            <a:ext cx="10874375" cy="463550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/>
            </a:lvl1pPr>
          </a:lstStyle>
          <a:p>
            <a:r>
              <a:rPr lang="es-ES"/>
              <a:t>Título </a:t>
            </a:r>
            <a:r>
              <a:rPr lang="es-ES" err="1"/>
              <a:t>slide</a:t>
            </a:r>
            <a:endParaRPr lang="es-ES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4D1B3711-C4CC-3053-88B2-58EBA79A0EE9}"/>
              </a:ext>
            </a:extLst>
          </p:cNvPr>
          <p:cNvCxnSpPr>
            <a:cxnSpLocks/>
          </p:cNvCxnSpPr>
          <p:nvPr userDrawn="1"/>
        </p:nvCxnSpPr>
        <p:spPr>
          <a:xfrm flipH="1">
            <a:off x="11155680" y="6584950"/>
            <a:ext cx="377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Holder 6">
            <a:extLst>
              <a:ext uri="{FF2B5EF4-FFF2-40B4-BE49-F238E27FC236}">
                <a16:creationId xmlns:a16="http://schemas.microsoft.com/office/drawing/2014/main" id="{CEF8CA55-C913-2C61-2861-1DBA36150A9F}"/>
              </a:ext>
            </a:extLst>
          </p:cNvPr>
          <p:cNvSpPr txBox="1">
            <a:spLocks/>
          </p:cNvSpPr>
          <p:nvPr userDrawn="1"/>
        </p:nvSpPr>
        <p:spPr>
          <a:xfrm>
            <a:off x="10835640" y="6385626"/>
            <a:ext cx="702567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s-E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+mj-lt"/>
                <a:ea typeface="+mn-ea"/>
                <a:cs typeface="Santander Micro Text Ligh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>
              <a:spcBef>
                <a:spcPts val="155"/>
              </a:spcBef>
            </a:pPr>
            <a:r>
              <a:rPr lang="es-ES" sz="900"/>
              <a:t>Pág. </a:t>
            </a:r>
            <a:fld id="{81D60167-4931-47E6-BA6A-407CBD079E47}" type="slidenum">
              <a:rPr sz="900" smtClean="0"/>
              <a:pPr marL="92075">
                <a:spcBef>
                  <a:spcPts val="155"/>
                </a:spcBef>
              </a:pPr>
              <a:t>‹Nº›</a:t>
            </a:fld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6223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45A3169-FC67-1189-83C0-97C7F8693D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42F2CB0-61FF-429D-9B72-3A626C6B8B73}" type="datetimeFigureOut">
              <a:rPr lang="es-ES" smtClean="0"/>
              <a:t>06/03/2025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24575A2-CC3B-0B8B-74D6-463E311CC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49956F-6046-924B-B8C8-C5ED86EE6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8437C7-1C36-47A1-9133-B4374BE38B61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Título 12">
            <a:extLst>
              <a:ext uri="{FF2B5EF4-FFF2-40B4-BE49-F238E27FC236}">
                <a16:creationId xmlns:a16="http://schemas.microsoft.com/office/drawing/2014/main" id="{F60AD945-84A7-F903-9540-FB02C289A9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4" y="1365250"/>
            <a:ext cx="10874374" cy="387350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/>
            </a:lvl1pPr>
          </a:lstStyle>
          <a:p>
            <a:r>
              <a:rPr lang="es-ES"/>
              <a:t>Título de </a:t>
            </a:r>
            <a:r>
              <a:rPr lang="es-ES" err="1"/>
              <a:t>slide</a:t>
            </a:r>
            <a:endParaRPr lang="es-ES"/>
          </a:p>
        </p:txBody>
      </p:sp>
      <p:sp>
        <p:nvSpPr>
          <p:cNvPr id="8" name="Marcador de texto 14">
            <a:extLst>
              <a:ext uri="{FF2B5EF4-FFF2-40B4-BE49-F238E27FC236}">
                <a16:creationId xmlns:a16="http://schemas.microsoft.com/office/drawing/2014/main" id="{C3123959-B19F-6199-B54B-5689211F6A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13" y="938213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01 | Título Capítulo</a:t>
            </a:r>
          </a:p>
        </p:txBody>
      </p:sp>
    </p:spTree>
    <p:extLst>
      <p:ext uri="{BB962C8B-B14F-4D97-AF65-F5344CB8AC3E}">
        <p14:creationId xmlns:p14="http://schemas.microsoft.com/office/powerpoint/2010/main" val="2520259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129BE45E-2C5C-72D3-DB27-F2140D13B2D6}"/>
              </a:ext>
            </a:extLst>
          </p:cNvPr>
          <p:cNvSpPr/>
          <p:nvPr userDrawn="1"/>
        </p:nvSpPr>
        <p:spPr>
          <a:xfrm>
            <a:off x="4953000" y="0"/>
            <a:ext cx="7238999" cy="6858000"/>
          </a:xfrm>
          <a:prstGeom prst="rect">
            <a:avLst/>
          </a:prstGeom>
          <a:solidFill>
            <a:srgbClr val="E6E2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 descr="Imagen que contiene Forma&#10;&#10;Descripción generada automáticamente">
            <a:extLst>
              <a:ext uri="{FF2B5EF4-FFF2-40B4-BE49-F238E27FC236}">
                <a16:creationId xmlns:a16="http://schemas.microsoft.com/office/drawing/2014/main" id="{DBF0F549-07F8-BCF6-6774-C521C1A394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B950ADA-F5CE-BD37-13B5-7198174ACF86}"/>
              </a:ext>
            </a:extLst>
          </p:cNvPr>
          <p:cNvSpPr/>
          <p:nvPr userDrawn="1"/>
        </p:nvSpPr>
        <p:spPr>
          <a:xfrm>
            <a:off x="-24680" y="0"/>
            <a:ext cx="471098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F4BBCDA-C321-5ED1-BC69-C3160B29B26F}"/>
              </a:ext>
            </a:extLst>
          </p:cNvPr>
          <p:cNvSpPr txBox="1"/>
          <p:nvPr userDrawn="1"/>
        </p:nvSpPr>
        <p:spPr>
          <a:xfrm>
            <a:off x="658813" y="5903595"/>
            <a:ext cx="485298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sz="800"/>
              <a:t>Campus Almansa </a:t>
            </a:r>
            <a:r>
              <a:rPr lang="es-ES" sz="800">
                <a:solidFill>
                  <a:schemeClr val="accent1"/>
                </a:solidFill>
              </a:rPr>
              <a:t>|</a:t>
            </a:r>
            <a:r>
              <a:rPr lang="es-ES" sz="800"/>
              <a:t> Calle Almansa 101 </a:t>
            </a:r>
            <a:r>
              <a:rPr lang="es-ES" sz="800">
                <a:solidFill>
                  <a:schemeClr val="accent1"/>
                </a:solidFill>
              </a:rPr>
              <a:t>|</a:t>
            </a:r>
            <a:r>
              <a:rPr lang="es-ES" sz="800"/>
              <a:t> 28040 Madrid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16A516A-2301-D534-5E71-520653D696EA}"/>
              </a:ext>
            </a:extLst>
          </p:cNvPr>
          <p:cNvCxnSpPr>
            <a:cxnSpLocks/>
          </p:cNvCxnSpPr>
          <p:nvPr userDrawn="1"/>
        </p:nvCxnSpPr>
        <p:spPr>
          <a:xfrm>
            <a:off x="658813" y="6072823"/>
            <a:ext cx="35004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F7F9B4F-F651-AE33-EB4F-222E0AD982A4}"/>
              </a:ext>
            </a:extLst>
          </p:cNvPr>
          <p:cNvSpPr txBox="1"/>
          <p:nvPr userDrawn="1"/>
        </p:nvSpPr>
        <p:spPr>
          <a:xfrm>
            <a:off x="658813" y="6125493"/>
            <a:ext cx="221678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sz="1000" b="1">
                <a:solidFill>
                  <a:schemeClr val="accent1"/>
                </a:solidFill>
              </a:rPr>
              <a:t>cunef.edu</a:t>
            </a:r>
          </a:p>
        </p:txBody>
      </p:sp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F2300BC7-16DF-CCE9-141C-C403A05B7C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94"/>
          <a:stretch/>
        </p:blipFill>
        <p:spPr bwMode="auto">
          <a:xfrm>
            <a:off x="566028" y="706118"/>
            <a:ext cx="2043822" cy="86473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375583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5EB0F6C-A66A-8166-528E-04279256E15B}"/>
              </a:ext>
            </a:extLst>
          </p:cNvPr>
          <p:cNvCxnSpPr>
            <a:cxnSpLocks/>
          </p:cNvCxnSpPr>
          <p:nvPr userDrawn="1"/>
        </p:nvCxnSpPr>
        <p:spPr>
          <a:xfrm flipH="1">
            <a:off x="11155680" y="6584950"/>
            <a:ext cx="377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Holder 6">
            <a:extLst>
              <a:ext uri="{FF2B5EF4-FFF2-40B4-BE49-F238E27FC236}">
                <a16:creationId xmlns:a16="http://schemas.microsoft.com/office/drawing/2014/main" id="{2684CD75-7761-5C7B-C403-DC1484CB7DB9}"/>
              </a:ext>
            </a:extLst>
          </p:cNvPr>
          <p:cNvSpPr txBox="1">
            <a:spLocks/>
          </p:cNvSpPr>
          <p:nvPr userDrawn="1"/>
        </p:nvSpPr>
        <p:spPr>
          <a:xfrm>
            <a:off x="10835640" y="6385626"/>
            <a:ext cx="702567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s-E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+mj-lt"/>
                <a:ea typeface="+mn-ea"/>
                <a:cs typeface="Santander Micro Text Ligh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>
              <a:spcBef>
                <a:spcPts val="155"/>
              </a:spcBef>
            </a:pPr>
            <a:r>
              <a:rPr lang="es-ES" sz="900"/>
              <a:t>Pág. </a:t>
            </a:r>
            <a:fld id="{81D60167-4931-47E6-BA6A-407CBD079E47}" type="slidenum">
              <a:rPr sz="900" smtClean="0"/>
              <a:pPr marL="92075">
                <a:spcBef>
                  <a:spcPts val="155"/>
                </a:spcBef>
              </a:pPr>
              <a:t>‹Nº›</a:t>
            </a:fld>
            <a:endParaRPr sz="9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0838C56-1F9E-D482-D885-E892B0C62FD9}"/>
              </a:ext>
            </a:extLst>
          </p:cNvPr>
          <p:cNvSpPr/>
          <p:nvPr userDrawn="1"/>
        </p:nvSpPr>
        <p:spPr>
          <a:xfrm>
            <a:off x="12268200" y="-1"/>
            <a:ext cx="3632200" cy="6858001"/>
          </a:xfrm>
          <a:prstGeom prst="rect">
            <a:avLst/>
          </a:pr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5D30176E-6C24-31A3-9C27-DAACB77A35D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02062870"/>
              </p:ext>
            </p:extLst>
          </p:nvPr>
        </p:nvGraphicFramePr>
        <p:xfrm>
          <a:off x="12481621" y="594654"/>
          <a:ext cx="3177479" cy="2578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7479">
                  <a:extLst>
                    <a:ext uri="{9D8B030D-6E8A-4147-A177-3AD203B41FA5}">
                      <a16:colId xmlns:a16="http://schemas.microsoft.com/office/drawing/2014/main" val="3531758884"/>
                    </a:ext>
                  </a:extLst>
                </a:gridCol>
              </a:tblGrid>
              <a:tr h="5065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800" b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kern="1200">
                          <a:solidFill>
                            <a:schemeClr val="accent1"/>
                          </a:solidFill>
                          <a:latin typeface="+mj-lt"/>
                          <a:ea typeface="+mn-ea"/>
                          <a:cs typeface="+mn-cs"/>
                        </a:rPr>
                        <a:t>Título capitulo</a:t>
                      </a:r>
                    </a:p>
                    <a:p>
                      <a:pPr marL="0" algn="l" defTabSz="914400" rtl="0" eaLnBrk="1" latinLnBrk="0" hangingPunct="1"/>
                      <a:r>
                        <a:rPr lang="es-ES" sz="900" b="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Arial Bold 12 pt. Naranja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753962"/>
                  </a:ext>
                </a:extLst>
              </a:tr>
              <a:tr h="517269">
                <a:tc>
                  <a:txBody>
                    <a:bodyPr/>
                    <a:lstStyle/>
                    <a:p>
                      <a:r>
                        <a:rPr lang="es-ES" sz="2800" b="1">
                          <a:latin typeface="+mj-lt"/>
                        </a:rPr>
                        <a:t>Título diapositiva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144297"/>
                  </a:ext>
                </a:extLst>
              </a:tr>
              <a:tr h="337360">
                <a:tc>
                  <a:txBody>
                    <a:bodyPr/>
                    <a:lstStyle/>
                    <a:p>
                      <a:r>
                        <a:rPr lang="en-US" sz="900">
                          <a:latin typeface="+mj-lt"/>
                        </a:rPr>
                        <a:t>Arial </a:t>
                      </a:r>
                      <a:r>
                        <a:rPr lang="es-E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Bold</a:t>
                      </a:r>
                      <a:r>
                        <a:rPr lang="es-ES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>
                          <a:latin typeface="+mj-lt"/>
                        </a:rPr>
                        <a:t>28 pt. Negro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243497"/>
                  </a:ext>
                </a:extLst>
              </a:tr>
              <a:tr h="3117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" sz="1600" b="1" kern="1200">
                          <a:solidFill>
                            <a:schemeClr val="accent1"/>
                          </a:solidFill>
                          <a:latin typeface="+mj-lt"/>
                          <a:ea typeface="+mn-ea"/>
                          <a:cs typeface="+mn-cs"/>
                        </a:rPr>
                        <a:t>Titular Nivel 2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9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>
                          <a:latin typeface="+mj-lt"/>
                        </a:rPr>
                        <a:t>Arial Bold 16 pt. Naranja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6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>
                          <a:latin typeface="+mj-lt"/>
                        </a:rPr>
                        <a:t>Párrafo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2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>
                          <a:latin typeface="+mj-lt"/>
                        </a:rPr>
                        <a:t>Arial 12 pt. Negro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6D50BC62-8E49-5C7C-20D7-2188A3E9EF03}"/>
              </a:ext>
            </a:extLst>
          </p:cNvPr>
          <p:cNvSpPr/>
          <p:nvPr userDrawn="1"/>
        </p:nvSpPr>
        <p:spPr>
          <a:xfrm>
            <a:off x="12373965" y="343742"/>
            <a:ext cx="14590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400" b="0" kern="1200">
                <a:solidFill>
                  <a:schemeClr val="accent3"/>
                </a:solidFill>
                <a:latin typeface="+mj-lt"/>
                <a:ea typeface="+mn-ea"/>
                <a:cs typeface="+mn-cs"/>
              </a:rPr>
              <a:t>Niveles de texto</a:t>
            </a:r>
            <a:endParaRPr lang="es-ES" sz="140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B1E9D61-CF03-FA61-8B2A-251B0D9BAE65}"/>
              </a:ext>
            </a:extLst>
          </p:cNvPr>
          <p:cNvSpPr/>
          <p:nvPr userDrawn="1"/>
        </p:nvSpPr>
        <p:spPr>
          <a:xfrm>
            <a:off x="12373965" y="3345056"/>
            <a:ext cx="8018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400" b="0" kern="1200">
                <a:solidFill>
                  <a:schemeClr val="accent3"/>
                </a:solidFill>
                <a:latin typeface="+mj-lt"/>
                <a:ea typeface="+mn-ea"/>
                <a:cs typeface="+mn-cs"/>
              </a:rPr>
              <a:t>Colores</a:t>
            </a:r>
            <a:endParaRPr lang="es-ES" sz="1400">
              <a:solidFill>
                <a:schemeClr val="accent3"/>
              </a:solidFill>
              <a:latin typeface="+mj-lt"/>
            </a:endParaRPr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650CFCE6-1DCD-4D8B-7527-50621100389E}"/>
              </a:ext>
            </a:extLst>
          </p:cNvPr>
          <p:cNvGrpSpPr/>
          <p:nvPr userDrawn="1"/>
        </p:nvGrpSpPr>
        <p:grpSpPr>
          <a:xfrm>
            <a:off x="12380315" y="3669154"/>
            <a:ext cx="2583112" cy="927229"/>
            <a:chOff x="12380315" y="3669154"/>
            <a:chExt cx="2583112" cy="927229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A04C1473-BB7F-7D52-1A35-87FDA3D40927}"/>
                </a:ext>
              </a:extLst>
            </p:cNvPr>
            <p:cNvSpPr/>
            <p:nvPr userDrawn="1"/>
          </p:nvSpPr>
          <p:spPr>
            <a:xfrm>
              <a:off x="12380315" y="3669154"/>
              <a:ext cx="77296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10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Primarios</a:t>
              </a:r>
              <a:endParaRPr lang="es-ES" sz="1000" b="1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391C4CE8-6BC8-1824-7F85-6F9DD1C1C824}"/>
                </a:ext>
              </a:extLst>
            </p:cNvPr>
            <p:cNvSpPr/>
            <p:nvPr userDrawn="1"/>
          </p:nvSpPr>
          <p:spPr>
            <a:xfrm>
              <a:off x="12484100" y="3916680"/>
              <a:ext cx="342900" cy="3429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FF5685C6-B98A-813F-AA39-F1F6C4F83B1D}"/>
                </a:ext>
              </a:extLst>
            </p:cNvPr>
            <p:cNvSpPr/>
            <p:nvPr userDrawn="1"/>
          </p:nvSpPr>
          <p:spPr>
            <a:xfrm>
              <a:off x="12380315" y="4319384"/>
              <a:ext cx="67839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RGB </a:t>
              </a:r>
              <a:r>
                <a:rPr lang="es-ES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255/87/0</a:t>
              </a:r>
            </a:p>
            <a:p>
              <a:r>
                <a:rPr lang="es-ES" sz="600" b="1" kern="1200" err="1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Hex</a:t>
              </a:r>
              <a:r>
                <a:rPr lang="es-ES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 </a:t>
              </a:r>
              <a:r>
                <a:rPr lang="es-ES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#ff5700</a:t>
              </a:r>
              <a:endParaRPr lang="es-ES" sz="600" b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C6216A65-9EB9-BA78-5C11-512C973B9EE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3215941" y="3916680"/>
              <a:ext cx="0" cy="6243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92AE69BD-D19F-75F3-67BA-281857950831}"/>
                </a:ext>
              </a:extLst>
            </p:cNvPr>
            <p:cNvSpPr/>
            <p:nvPr userDrawn="1"/>
          </p:nvSpPr>
          <p:spPr>
            <a:xfrm>
              <a:off x="13400585" y="3916680"/>
              <a:ext cx="342900" cy="342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05EE5EBA-F44E-53F8-29B5-9F00E6FC8BD9}"/>
                </a:ext>
              </a:extLst>
            </p:cNvPr>
            <p:cNvSpPr/>
            <p:nvPr userDrawn="1"/>
          </p:nvSpPr>
          <p:spPr>
            <a:xfrm>
              <a:off x="13296800" y="4319384"/>
              <a:ext cx="80823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it-IT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RGB </a:t>
              </a:r>
              <a:r>
                <a:rPr lang="it-IT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214/209/196</a:t>
              </a:r>
            </a:p>
            <a:p>
              <a:r>
                <a:rPr lang="it-IT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Hex </a:t>
              </a:r>
              <a:r>
                <a:rPr lang="it-IT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#d6d1c4</a:t>
              </a:r>
              <a:endParaRPr lang="es-ES" sz="600" b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50BD34F9-3987-76E4-A9AE-828CADACE3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4160896" y="3916680"/>
              <a:ext cx="0" cy="6172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87C7BF24-F0CD-A996-3F5C-CFBF2028BE7D}"/>
                </a:ext>
              </a:extLst>
            </p:cNvPr>
            <p:cNvSpPr/>
            <p:nvPr userDrawn="1"/>
          </p:nvSpPr>
          <p:spPr>
            <a:xfrm>
              <a:off x="14345540" y="3916680"/>
              <a:ext cx="342900" cy="342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1C3D7CEC-9DC8-AB08-1CD2-301743E72317}"/>
                </a:ext>
              </a:extLst>
            </p:cNvPr>
            <p:cNvSpPr/>
            <p:nvPr userDrawn="1"/>
          </p:nvSpPr>
          <p:spPr>
            <a:xfrm>
              <a:off x="14241755" y="4319384"/>
              <a:ext cx="7216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it-IT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RGB </a:t>
              </a:r>
              <a:r>
                <a:rPr lang="it-IT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21/31/108</a:t>
              </a:r>
            </a:p>
            <a:p>
              <a:r>
                <a:rPr lang="it-IT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Hex </a:t>
              </a:r>
              <a:r>
                <a:rPr lang="it-IT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#1a1f6c</a:t>
              </a:r>
              <a:endParaRPr lang="es-ES" sz="600" b="0">
                <a:solidFill>
                  <a:schemeClr val="tx1"/>
                </a:solidFill>
                <a:latin typeface="+mj-lt"/>
              </a:endParaRPr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C2DD7830-FEC0-4BD5-A4F4-D65D49CFEACC}"/>
              </a:ext>
            </a:extLst>
          </p:cNvPr>
          <p:cNvGrpSpPr/>
          <p:nvPr userDrawn="1"/>
        </p:nvGrpSpPr>
        <p:grpSpPr>
          <a:xfrm>
            <a:off x="12380315" y="5622187"/>
            <a:ext cx="3392706" cy="1019562"/>
            <a:chOff x="12380315" y="5622187"/>
            <a:chExt cx="3392706" cy="1019562"/>
          </a:xfrm>
        </p:grpSpPr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DD96DE6F-6FA5-505C-D52B-15E4B25A1C95}"/>
                </a:ext>
              </a:extLst>
            </p:cNvPr>
            <p:cNvSpPr/>
            <p:nvPr userDrawn="1"/>
          </p:nvSpPr>
          <p:spPr>
            <a:xfrm>
              <a:off x="12380315" y="5622187"/>
              <a:ext cx="760144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10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De apoyo</a:t>
              </a:r>
              <a:endParaRPr lang="es-ES" sz="1000" b="1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9CBB6FB1-1B7A-BCF0-07DD-D51D66D60677}"/>
                </a:ext>
              </a:extLst>
            </p:cNvPr>
            <p:cNvSpPr/>
            <p:nvPr userDrawn="1"/>
          </p:nvSpPr>
          <p:spPr>
            <a:xfrm>
              <a:off x="12484100" y="5869713"/>
              <a:ext cx="342900" cy="342900"/>
            </a:xfrm>
            <a:prstGeom prst="rect">
              <a:avLst/>
            </a:prstGeom>
            <a:solidFill>
              <a:srgbClr val="D2E0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1DD6A401-DF17-FF88-F39D-C4B744811B5D}"/>
                </a:ext>
              </a:extLst>
            </p:cNvPr>
            <p:cNvSpPr/>
            <p:nvPr userDrawn="1"/>
          </p:nvSpPr>
          <p:spPr>
            <a:xfrm>
              <a:off x="12380315" y="6272417"/>
              <a:ext cx="80823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RGB </a:t>
              </a:r>
              <a:r>
                <a:rPr lang="es-ES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210/224/243</a:t>
              </a:r>
            </a:p>
            <a:p>
              <a:r>
                <a:rPr lang="es-ES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HEX </a:t>
              </a:r>
              <a:r>
                <a:rPr lang="es-ES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#d2e0f3</a:t>
              </a:r>
            </a:p>
          </p:txBody>
        </p: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3E83368C-04ED-B9A7-7930-429B7519157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3215941" y="5860256"/>
              <a:ext cx="0" cy="6286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835B0475-6C93-630D-2D54-62F6BCDE0185}"/>
                </a:ext>
              </a:extLst>
            </p:cNvPr>
            <p:cNvSpPr/>
            <p:nvPr userDrawn="1"/>
          </p:nvSpPr>
          <p:spPr>
            <a:xfrm>
              <a:off x="13400585" y="5869713"/>
              <a:ext cx="342900" cy="342900"/>
            </a:xfrm>
            <a:prstGeom prst="rect">
              <a:avLst/>
            </a:prstGeom>
            <a:solidFill>
              <a:srgbClr val="F0EC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746A5D53-C0E5-778E-9A1C-8CA8D2AB303C}"/>
                </a:ext>
              </a:extLst>
            </p:cNvPr>
            <p:cNvSpPr/>
            <p:nvPr userDrawn="1"/>
          </p:nvSpPr>
          <p:spPr>
            <a:xfrm>
              <a:off x="13296800" y="6272417"/>
              <a:ext cx="80823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it-IT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RGB </a:t>
              </a:r>
              <a:r>
                <a:rPr lang="it-IT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240/236/232</a:t>
              </a:r>
            </a:p>
            <a:p>
              <a:r>
                <a:rPr lang="it-IT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HEX </a:t>
              </a:r>
              <a:r>
                <a:rPr lang="it-IT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#f0ece8</a:t>
              </a:r>
              <a:endParaRPr lang="es-ES" sz="600" b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9030B1EE-3417-A8F5-99F5-4C53E52EB9D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4160896" y="5864225"/>
              <a:ext cx="0" cy="6199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C456015C-97E4-504B-B47D-6A62F91964A6}"/>
                </a:ext>
              </a:extLst>
            </p:cNvPr>
            <p:cNvSpPr/>
            <p:nvPr userDrawn="1"/>
          </p:nvSpPr>
          <p:spPr>
            <a:xfrm>
              <a:off x="14345540" y="5869713"/>
              <a:ext cx="342900" cy="3429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E93B20CC-0224-79CC-2CF4-F73CF315656F}"/>
                </a:ext>
              </a:extLst>
            </p:cNvPr>
            <p:cNvSpPr/>
            <p:nvPr userDrawn="1"/>
          </p:nvSpPr>
          <p:spPr>
            <a:xfrm>
              <a:off x="14241755" y="6272417"/>
              <a:ext cx="56938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it-IT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RGB </a:t>
              </a:r>
              <a:r>
                <a:rPr lang="it-IT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0/0/0 </a:t>
              </a:r>
            </a:p>
            <a:p>
              <a:r>
                <a:rPr lang="it-IT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HEX </a:t>
              </a:r>
              <a:r>
                <a:rPr lang="it-IT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#ffffff</a:t>
              </a:r>
            </a:p>
            <a:p>
              <a:endParaRPr lang="es-ES" sz="600" b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882C8712-411E-E80D-0EC5-1B4A2DA9E6B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24992" y="5867400"/>
              <a:ext cx="0" cy="6215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ángulo 64">
              <a:extLst>
                <a:ext uri="{FF2B5EF4-FFF2-40B4-BE49-F238E27FC236}">
                  <a16:creationId xmlns:a16="http://schemas.microsoft.com/office/drawing/2014/main" id="{BC064FA9-0713-A908-BD16-9BA0EDB56309}"/>
                </a:ext>
              </a:extLst>
            </p:cNvPr>
            <p:cNvSpPr/>
            <p:nvPr userDrawn="1"/>
          </p:nvSpPr>
          <p:spPr>
            <a:xfrm>
              <a:off x="15209636" y="5869713"/>
              <a:ext cx="342900" cy="3429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6" name="Rectángulo 65">
              <a:extLst>
                <a:ext uri="{FF2B5EF4-FFF2-40B4-BE49-F238E27FC236}">
                  <a16:creationId xmlns:a16="http://schemas.microsoft.com/office/drawing/2014/main" id="{723AE06D-319D-68DE-DE82-201D8FA76055}"/>
                </a:ext>
              </a:extLst>
            </p:cNvPr>
            <p:cNvSpPr/>
            <p:nvPr userDrawn="1"/>
          </p:nvSpPr>
          <p:spPr>
            <a:xfrm>
              <a:off x="15105851" y="6272417"/>
              <a:ext cx="66717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it-IT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RGB </a:t>
              </a:r>
              <a:r>
                <a:rPr lang="it-IT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0/0/0</a:t>
              </a:r>
            </a:p>
            <a:p>
              <a:r>
                <a:rPr lang="it-IT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HEX </a:t>
              </a:r>
              <a:r>
                <a:rPr lang="it-IT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#000000</a:t>
              </a:r>
              <a:endParaRPr lang="es-ES" sz="600" b="0">
                <a:solidFill>
                  <a:schemeClr val="tx1"/>
                </a:solidFill>
                <a:latin typeface="+mj-lt"/>
              </a:endParaRPr>
            </a:p>
          </p:txBody>
        </p:sp>
      </p:grp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CE6B047C-F148-F96B-E419-987FE9DA203D}"/>
              </a:ext>
            </a:extLst>
          </p:cNvPr>
          <p:cNvCxnSpPr/>
          <p:nvPr userDrawn="1"/>
        </p:nvCxnSpPr>
        <p:spPr>
          <a:xfrm>
            <a:off x="12457430" y="3243580"/>
            <a:ext cx="30099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8F836655-C1F1-B45F-9490-0CC81E11F8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94"/>
          <a:stretch/>
        </p:blipFill>
        <p:spPr bwMode="auto">
          <a:xfrm>
            <a:off x="534278" y="382269"/>
            <a:ext cx="908758" cy="38449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51" name="Grupo 50">
            <a:extLst>
              <a:ext uri="{FF2B5EF4-FFF2-40B4-BE49-F238E27FC236}">
                <a16:creationId xmlns:a16="http://schemas.microsoft.com/office/drawing/2014/main" id="{CA0A8058-6EF8-FBC3-84BD-C7469C1AADB8}"/>
              </a:ext>
            </a:extLst>
          </p:cNvPr>
          <p:cNvGrpSpPr/>
          <p:nvPr userDrawn="1"/>
        </p:nvGrpSpPr>
        <p:grpSpPr>
          <a:xfrm>
            <a:off x="12380315" y="4684117"/>
            <a:ext cx="2647233" cy="927229"/>
            <a:chOff x="12380315" y="4684117"/>
            <a:chExt cx="2647233" cy="927229"/>
          </a:xfrm>
        </p:grpSpPr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81A542ED-E15B-A49C-1EA5-0B1708FD149B}"/>
                </a:ext>
              </a:extLst>
            </p:cNvPr>
            <p:cNvSpPr/>
            <p:nvPr userDrawn="1"/>
          </p:nvSpPr>
          <p:spPr>
            <a:xfrm>
              <a:off x="12380315" y="4684117"/>
              <a:ext cx="986167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10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Secundarios </a:t>
              </a:r>
              <a:endParaRPr lang="es-ES" sz="1000" b="1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ECF80B64-19A1-D5A6-0C70-563CEF140802}"/>
                </a:ext>
              </a:extLst>
            </p:cNvPr>
            <p:cNvSpPr/>
            <p:nvPr userDrawn="1"/>
          </p:nvSpPr>
          <p:spPr>
            <a:xfrm>
              <a:off x="12484100" y="4931643"/>
              <a:ext cx="342900" cy="34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052E1E9C-3556-CE62-1C30-546708AF0BDA}"/>
                </a:ext>
              </a:extLst>
            </p:cNvPr>
            <p:cNvSpPr/>
            <p:nvPr userDrawn="1"/>
          </p:nvSpPr>
          <p:spPr>
            <a:xfrm>
              <a:off x="12380315" y="5334347"/>
              <a:ext cx="78579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RGB </a:t>
              </a:r>
              <a:r>
                <a:rPr lang="es-ES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254/150/31</a:t>
              </a:r>
              <a:r>
                <a:rPr lang="es-ES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 </a:t>
              </a:r>
            </a:p>
            <a:p>
              <a:r>
                <a:rPr lang="es-ES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HEX </a:t>
              </a:r>
              <a:r>
                <a:rPr lang="es-ES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#fe961f</a:t>
              </a:r>
            </a:p>
          </p:txBody>
        </p: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58091DB7-A8D7-3D9B-6571-791B1D47842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3215941" y="4924425"/>
              <a:ext cx="0" cy="6264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8F316A05-3A40-5C9A-CB77-5AFABBA422B6}"/>
                </a:ext>
              </a:extLst>
            </p:cNvPr>
            <p:cNvSpPr/>
            <p:nvPr userDrawn="1"/>
          </p:nvSpPr>
          <p:spPr>
            <a:xfrm>
              <a:off x="13400585" y="4931643"/>
              <a:ext cx="342900" cy="342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B0E320F9-BDBA-9485-AFB1-935A38881E86}"/>
                </a:ext>
              </a:extLst>
            </p:cNvPr>
            <p:cNvSpPr/>
            <p:nvPr userDrawn="1"/>
          </p:nvSpPr>
          <p:spPr>
            <a:xfrm>
              <a:off x="13296800" y="5334347"/>
              <a:ext cx="74251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it-IT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RGB </a:t>
              </a:r>
              <a:r>
                <a:rPr lang="it-IT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7/150/163 </a:t>
              </a:r>
            </a:p>
            <a:p>
              <a:r>
                <a:rPr lang="it-IT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HEX </a:t>
              </a:r>
              <a:r>
                <a:rPr lang="it-IT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#0796a3</a:t>
              </a:r>
            </a:p>
          </p:txBody>
        </p: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69A124EB-51E6-97A2-CC16-7814A1600D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4160896" y="4933950"/>
              <a:ext cx="0" cy="6121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ángulo 48">
              <a:extLst>
                <a:ext uri="{FF2B5EF4-FFF2-40B4-BE49-F238E27FC236}">
                  <a16:creationId xmlns:a16="http://schemas.microsoft.com/office/drawing/2014/main" id="{EA03AD50-B298-B70A-DA80-931B92E1DB15}"/>
                </a:ext>
              </a:extLst>
            </p:cNvPr>
            <p:cNvSpPr/>
            <p:nvPr userDrawn="1"/>
          </p:nvSpPr>
          <p:spPr>
            <a:xfrm>
              <a:off x="14345540" y="4931643"/>
              <a:ext cx="342900" cy="3429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AEBD719E-0DEB-BB08-1112-4467ED950C24}"/>
                </a:ext>
              </a:extLst>
            </p:cNvPr>
            <p:cNvSpPr/>
            <p:nvPr userDrawn="1"/>
          </p:nvSpPr>
          <p:spPr>
            <a:xfrm>
              <a:off x="14241755" y="5334347"/>
              <a:ext cx="78579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it-IT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RGB </a:t>
              </a:r>
              <a:r>
                <a:rPr lang="it-IT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174/60/124 </a:t>
              </a:r>
            </a:p>
            <a:p>
              <a:r>
                <a:rPr lang="it-IT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HEX </a:t>
              </a:r>
              <a:r>
                <a:rPr lang="it-IT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#ae3c7c</a:t>
              </a:r>
              <a:endParaRPr lang="es-ES" sz="600" b="0">
                <a:solidFill>
                  <a:schemeClr val="tx1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716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62" r:id="rId5"/>
    <p:sldLayoutId id="2147483661" r:id="rId6"/>
    <p:sldLayoutId id="2147483654" r:id="rId7"/>
    <p:sldLayoutId id="2147483663" r:id="rId8"/>
    <p:sldLayoutId id="2147483652" r:id="rId9"/>
    <p:sldLayoutId id="2147483664" r:id="rId10"/>
    <p:sldLayoutId id="2147483655" r:id="rId11"/>
    <p:sldLayoutId id="214748366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15" userDrawn="1">
          <p15:clr>
            <a:srgbClr val="F26B43"/>
          </p15:clr>
        </p15:guide>
        <p15:guide id="4" pos="7265" userDrawn="1">
          <p15:clr>
            <a:srgbClr val="F26B43"/>
          </p15:clr>
        </p15:guide>
        <p15:guide id="5" orient="horz" pos="255" userDrawn="1">
          <p15:clr>
            <a:srgbClr val="F26B43"/>
          </p15:clr>
        </p15:guide>
        <p15:guide id="6" orient="horz" pos="392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hyperlink" Target="https://www.atlassian.com/agile/kanban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hyperlink" Target="https://trello.com/guide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hyperlink" Target="https://www.zotero.org/support/quick_start_guide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>
              <a:defRPr sz="2400"/>
            </a:pPr>
            <a:r>
              <a:t>Building Data Teams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Teamwork, Kanban &amp; Your Group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Teamwork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Kanban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Project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Tools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/>
        </p:txBody>
      </p:sp>
      <p:sp>
        <p:nvSpPr>
          <p:cNvPr id="16" name="Text Placeholder 15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/>
        </p:txBody>
      </p:sp>
      <p:sp>
        <p:nvSpPr>
          <p:cNvPr id="17" name="Text Placeholder 16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/>
        </p:txBody>
      </p:sp>
      <p:sp>
        <p:nvSpPr>
          <p:cNvPr id="18" name="Text Placeholder 17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/>
        </p:txBody>
      </p:sp>
      <p:sp>
        <p:nvSpPr>
          <p:cNvPr id="19" name="Text Placeholder 18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Teamwork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Teamwork can be challenging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 | Teamwork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109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2000" b="0" i="0">
                <a:latin typeface="Arial"/>
              </a:defRPr>
            </a:pPr>
            <a:r>
              <a:t>Most people think working in groups is easy. It isn't - not even for us, coordinating this course! Let's do an exercise that proves the point.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 | Teamwork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8" sz="quarter"/>
          </p:nvPr>
        </p:nvSpPr>
        <p:spPr>
          <a:xfrm>
            <a:off x="658813" y="2984718"/>
            <a:ext cx="3179762" cy="2692182"/>
          </a:xfrm>
        </p:spPr>
        <p:txBody>
          <a:bodyPr/>
          <a:lstStyle/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t>Build the tallest freestanding structure, measured from the table to the top of the marshmallow.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Materials &amp; rules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0" sz="quarter"/>
          </p:nvPr>
        </p:nvSpPr>
        <p:spPr>
          <a:xfrm>
            <a:off x="4507818" y="2984718"/>
            <a:ext cx="3179762" cy="2692182"/>
          </a:xfrm>
        </p:spPr>
        <p:txBody>
          <a:bodyPr/>
          <a:lstStyle/>
          <a:p>
            <a:pPr marL="228600" indent="-228600">
              <a:lnSpc>
                <a:spcPct val="120000"/>
              </a:lnSpc>
              <a:spcAft>
                <a:spcPts val="600"/>
              </a:spcAft>
              <a:buFont typeface="Arial"/>
              <a:buChar char="•"/>
            </a:pPr>
            <a:r>
              <a:t>Use only what you're given: spaghetti, string, tape</a:t>
            </a:r>
          </a:p>
          <a:p>
            <a:pPr marL="228600" indent="-228600">
              <a:lnSpc>
                <a:spcPct val="120000"/>
              </a:lnSpc>
              <a:spcAft>
                <a:spcPts val="600"/>
              </a:spcAft>
              <a:buFont typeface="Arial"/>
              <a:buChar char="•"/>
            </a:pPr>
            <a:r>
              <a:t>The marshmallow must sit on top</a:t>
            </a:r>
          </a:p>
          <a:p>
            <a:pPr marL="228600" indent="-228600">
              <a:lnSpc>
                <a:spcPct val="120000"/>
              </a:lnSpc>
              <a:spcAft>
                <a:spcPts val="600"/>
              </a:spcAft>
              <a:buFont typeface="Arial"/>
              <a:buChar char="•"/>
            </a:pPr>
            <a:r>
              <a:t>Destroying or eating it disqualifies your team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Time &amp; prize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2" sz="quarter"/>
          </p:nvPr>
        </p:nvSpPr>
        <p:spPr>
          <a:xfrm>
            <a:off x="8356823" y="2984718"/>
            <a:ext cx="3179762" cy="2715042"/>
          </a:xfrm>
        </p:spPr>
        <p:txBody>
          <a:bodyPr/>
          <a:lstStyle/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t>15 minutes, timed against a countdown video. Winning team gets a prize!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Marshmallow Challenge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Some questions for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 | Teamwork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109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 b="0" i="0">
                <a:latin typeface="Arial"/>
              </a:defRPr>
            </a:pPr>
            <a:r>
              <a:t>• Was there a leader on your team?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600" b="0" i="0">
                <a:latin typeface="Arial"/>
              </a:defRPr>
            </a:pPr>
            <a:r>
              <a:t>• Who decided who the leader would be?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600" b="0" i="0">
                <a:latin typeface="Arial"/>
              </a:defRPr>
            </a:pPr>
            <a:r>
              <a:t>• If you had no leader, would designating one have helped?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600" b="0" i="0">
                <a:latin typeface="Arial"/>
              </a:defRPr>
            </a:pPr>
            <a:r>
              <a:t>• Did you have a plan?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Some lessons: who performs how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 | Teamwork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5364480" cy="3474720"/>
          </a:xfrm>
          <a:prstGeom prst="roundRect">
            <a:avLst/>
          </a:prstGeom>
          <a:solidFill>
            <a:srgbClr val="F0ECE8"/>
          </a:solidFill>
          <a:ln w="15875">
            <a:solidFill>
              <a:srgbClr val="1A1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 rIns="177800" bIns="177800"/>
          <a:lstStyle/>
          <a:p>
            <a:pPr algn="ctr">
              <a:spcAft>
                <a:spcPts val="1200"/>
              </a:spcAft>
              <a:defRPr b="1" sz="2000">
                <a:solidFill>
                  <a:srgbClr val="FF5700"/>
                </a:solidFill>
                <a:latin typeface="Arial"/>
              </a:defRPr>
            </a:pPr>
            <a:r>
              <a:t>Perform poorly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Business-school teams often do worst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They spend most of their time agreeing on ONE plan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They run out of time rushing that plan - and it collapses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8880" y="2103120"/>
            <a:ext cx="5364480" cy="3474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A1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 rIns="177800" bIns="177800"/>
          <a:lstStyle/>
          <a:p>
            <a:pPr algn="ctr">
              <a:spcAft>
                <a:spcPts val="1200"/>
              </a:spcAft>
              <a:defRPr b="1" sz="2000">
                <a:solidFill>
                  <a:srgbClr val="FF5700"/>
                </a:solidFill>
                <a:latin typeface="Arial"/>
              </a:defRPr>
            </a:pPr>
            <a:r>
              <a:t>Perform well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Kindergarteners are surprisingly good at this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They skip planning and just start building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Many attempts collapse, but each one teaches them something</a:t>
            </a:r>
          </a:p>
        </p:txBody>
      </p:sp>
      <p:pic>
        <p:nvPicPr>
          <p:cNvPr id="6" name="Picture 5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343" y="4754880"/>
            <a:ext cx="502920" cy="502920"/>
          </a:xfrm>
          <a:prstGeom prst="rect">
            <a:avLst/>
          </a:prstGeom>
        </p:spPr>
      </p:pic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431" y="475488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 | Teamwork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t>Prototype early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8" sz="quarter"/>
          </p:nvPr>
        </p:nvSpPr>
        <p:spPr>
          <a:xfrm>
            <a:off x="658813" y="2984718"/>
            <a:ext cx="3179762" cy="2692182"/>
          </a:xfrm>
        </p:spPr>
        <p:txBody>
          <a:bodyPr/>
          <a:lstStyle/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t>The exercise rewards iterative design over one big upfront plan.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It's heavier than it looks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0" sz="quarter"/>
          </p:nvPr>
        </p:nvSpPr>
        <p:spPr>
          <a:xfrm>
            <a:off x="4507818" y="2984718"/>
            <a:ext cx="3179762" cy="2692182"/>
          </a:xfrm>
        </p:spPr>
        <p:txBody>
          <a:bodyPr/>
          <a:lstStyle/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t>The marshmallow is heavier than most people assume - budget for it structurally, not just visually.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Beware hidden assumptions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2" sz="quarter"/>
          </p:nvPr>
        </p:nvSpPr>
        <p:spPr>
          <a:xfrm>
            <a:off x="8356823" y="2984718"/>
            <a:ext cx="3179762" cy="2715042"/>
          </a:xfrm>
        </p:spPr>
        <p:txBody>
          <a:bodyPr/>
          <a:lstStyle/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t>Teams that add the marshmallow last, assuming it's light, often watch their structure collapse. Every project has its own hidden 'marshmallow.'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lessons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Everything exciting at a company comes from projects - and every project succeeds or fails as a group, not as individuals. You will never work alone.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Kanban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Kanban?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2 | Kanban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109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2000" b="0" i="0">
                <a:latin typeface="Arial"/>
              </a:defRPr>
            </a:pPr>
            <a:r>
              <a:t>Kanban is a visual way to manage work as it flows through a process: every task is visible on a board, you cap how much is in progress at once, and you keep improving the flow. Originally a factory-floor method, today it runs everything from software teams to your group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06440"/>
            <a:ext cx="1109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F6C"/>
                </a:solidFill>
                <a:latin typeface="Arial"/>
              </a:rPr>
              <a:t>▸ Want the full guide? </a:t>
            </a:r>
            <a:r>
              <a:rPr sz="1100" u="sng">
                <a:solidFill>
                  <a:srgbClr val="FF5700"/>
                </a:solidFill>
                <a:latin typeface="Arial"/>
                <a:hlinkClick r:id="rId2"/>
              </a:rPr>
              <a:t>Kanban, explained (Atlassian)</a:t>
            </a:r>
            <a:r>
              <a:rPr sz="1100">
                <a:solidFill>
                  <a:srgbClr val="1A1F6C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Kanban came from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2 | Kanban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560320"/>
            <a:ext cx="2499360" cy="1920240"/>
          </a:xfrm>
          <a:prstGeom prst="roundRect">
            <a:avLst/>
          </a:prstGeom>
          <a:solidFill>
            <a:srgbClr val="F0ECE8"/>
          </a:solidFill>
          <a:ln w="19050">
            <a:solidFill>
              <a:srgbClr val="FF5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101600" rIns="101600" bIns="101600"/>
          <a:lstStyle/>
          <a:p>
            <a:pPr algn="ctr">
              <a:spcAft>
                <a:spcPts val="800"/>
              </a:spcAft>
              <a:defRPr b="1" sz="1600">
                <a:solidFill>
                  <a:srgbClr val="FF5700"/>
                </a:solidFill>
                <a:latin typeface="Arial"/>
              </a:defRPr>
            </a:pPr>
            <a:r>
              <a:t>1950s</a:t>
            </a:r>
          </a:p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Taiichi Ohno conceives 'produce only what's needed, when needed'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48000" y="3383280"/>
            <a:ext cx="365760" cy="274320"/>
          </a:xfrm>
          <a:prstGeom prst="rightArrow">
            <a:avLst/>
          </a:prstGeom>
          <a:solidFill>
            <a:srgbClr val="1A1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13760" y="2560320"/>
            <a:ext cx="2499360" cy="1920240"/>
          </a:xfrm>
          <a:prstGeom prst="roundRect">
            <a:avLst/>
          </a:prstGeom>
          <a:solidFill>
            <a:srgbClr val="F0ECE8"/>
          </a:solidFill>
          <a:ln w="19050">
            <a:solidFill>
              <a:srgbClr val="FF5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101600" rIns="101600" bIns="101600"/>
          <a:lstStyle/>
          <a:p>
            <a:pPr algn="ctr">
              <a:spcAft>
                <a:spcPts val="800"/>
              </a:spcAft>
              <a:defRPr b="1" sz="1600">
                <a:solidFill>
                  <a:srgbClr val="FF5700"/>
                </a:solidFill>
                <a:latin typeface="Arial"/>
              </a:defRPr>
            </a:pPr>
            <a:r>
              <a:t>Piggly Wiggly</a:t>
            </a:r>
          </a:p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Inspired by a US supermarket restocking just enough of each product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13120" y="3383280"/>
            <a:ext cx="365760" cy="274320"/>
          </a:xfrm>
          <a:prstGeom prst="rightArrow">
            <a:avLst/>
          </a:prstGeom>
          <a:solidFill>
            <a:srgbClr val="1A1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78880" y="2560320"/>
            <a:ext cx="2499360" cy="1920240"/>
          </a:xfrm>
          <a:prstGeom prst="roundRect">
            <a:avLst/>
          </a:prstGeom>
          <a:solidFill>
            <a:srgbClr val="F0ECE8"/>
          </a:solidFill>
          <a:ln w="19050">
            <a:solidFill>
              <a:srgbClr val="FF5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101600" rIns="101600" bIns="101600"/>
          <a:lstStyle/>
          <a:p>
            <a:pPr algn="ctr">
              <a:spcAft>
                <a:spcPts val="800"/>
              </a:spcAft>
              <a:defRPr b="1" sz="1600">
                <a:solidFill>
                  <a:srgbClr val="FF5700"/>
                </a:solidFill>
                <a:latin typeface="Arial"/>
              </a:defRPr>
            </a:pPr>
            <a:r>
              <a:t>Kanban cards</a:t>
            </a:r>
          </a:p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Paper cards signal and track demand on the factory floor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78240" y="3383280"/>
            <a:ext cx="365760" cy="274320"/>
          </a:xfrm>
          <a:prstGeom prst="rightArrow">
            <a:avLst/>
          </a:prstGeom>
          <a:solidFill>
            <a:srgbClr val="1A1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0" y="2560320"/>
            <a:ext cx="2499360" cy="1920240"/>
          </a:xfrm>
          <a:prstGeom prst="roundRect">
            <a:avLst/>
          </a:prstGeom>
          <a:solidFill>
            <a:srgbClr val="F0ECE8"/>
          </a:solidFill>
          <a:ln w="19050">
            <a:solidFill>
              <a:srgbClr val="FF5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101600" rIns="101600" bIns="101600"/>
          <a:lstStyle/>
          <a:p>
            <a:pPr algn="ctr">
              <a:spcAft>
                <a:spcPts val="800"/>
              </a:spcAft>
              <a:defRPr b="1" sz="1600">
                <a:solidFill>
                  <a:srgbClr val="FF5700"/>
                </a:solidFill>
                <a:latin typeface="Arial"/>
              </a:defRPr>
            </a:pPr>
            <a:r>
              <a:t>JIT</a:t>
            </a:r>
          </a:p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Becomes the basis of Toyota's Just-In-Time methodology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 | Kanban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t>Flow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pPr marL="228600" indent="-228600">
              <a:lnSpc>
                <a:spcPct val="120000"/>
              </a:lnSpc>
              <a:spcAft>
                <a:spcPts val="600"/>
              </a:spcAft>
              <a:buFont typeface="Arial"/>
              <a:buChar char="•"/>
            </a:pPr>
            <a:r>
              <a:t>Continuously and predictably deliver value</a:t>
            </a:r>
          </a:p>
          <a:p>
            <a:pPr marL="228600" indent="-228600">
              <a:lnSpc>
                <a:spcPct val="120000"/>
              </a:lnSpc>
              <a:spcAft>
                <a:spcPts val="600"/>
              </a:spcAft>
              <a:buFont typeface="Arial"/>
              <a:buChar char="•"/>
            </a:pPr>
            <a:r>
              <a:t>Deliver often, in small increments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Visibility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pPr marL="228600" indent="-228600">
              <a:lnSpc>
                <a:spcPct val="120000"/>
              </a:lnSpc>
              <a:spcAft>
                <a:spcPts val="600"/>
              </a:spcAft>
              <a:buFont typeface="Arial"/>
              <a:buChar char="•"/>
            </a:pPr>
            <a:r>
              <a:t>Make work and its workflow visible, so issues surface early</a:t>
            </a:r>
          </a:p>
          <a:p>
            <a:pPr marL="228600" indent="-228600">
              <a:lnSpc>
                <a:spcPct val="120000"/>
              </a:lnSpc>
              <a:spcAft>
                <a:spcPts val="600"/>
              </a:spcAft>
              <a:buFont typeface="Arial"/>
              <a:buChar char="•"/>
            </a:pPr>
            <a:r>
              <a:t>Prioritize openly, so the team sees what matters most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Limit WIP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pPr marL="228600" indent="-228600">
              <a:lnSpc>
                <a:spcPct val="120000"/>
              </a:lnSpc>
              <a:spcAft>
                <a:spcPts val="600"/>
              </a:spcAft>
              <a:buFont typeface="Arial"/>
              <a:buChar char="•"/>
            </a:pPr>
            <a:r>
              <a:t>Cap how much work is in progress at once</a:t>
            </a:r>
          </a:p>
          <a:p>
            <a:pPr marL="228600" indent="-228600">
              <a:lnSpc>
                <a:spcPct val="120000"/>
              </a:lnSpc>
              <a:spcAft>
                <a:spcPts val="600"/>
              </a:spcAft>
              <a:buFont typeface="Arial"/>
              <a:buChar char="•"/>
            </a:pPr>
            <a:r>
              <a:t>Less multitasking - shorter cycle times, higher quality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values of Kanban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 Work in Progress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2 | Kanban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109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 b="0" i="0">
                <a:latin typeface="Arial"/>
              </a:defRPr>
            </a:pPr>
            <a:r>
              <a:t>• Reduces cycle time per task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600" b="0" i="0">
                <a:latin typeface="Arial"/>
              </a:defRPr>
            </a:pPr>
            <a:r>
              <a:t>• Ensures WIP is the highest-priority task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600" b="0" i="0">
                <a:latin typeface="Arial"/>
              </a:defRPr>
            </a:pPr>
            <a:r>
              <a:t>• Reduces or eliminates queues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600" b="0" i="0">
                <a:latin typeface="Arial"/>
              </a:defRPr>
            </a:pPr>
            <a:r>
              <a:t>• Reduces multi-tasking by team members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600" b="0" i="0">
                <a:latin typeface="Arial"/>
              </a:defRPr>
            </a:pPr>
            <a:r>
              <a:t>• Rule of thumb: keep WIP at 5 or fewer items per person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Kanban boards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2 | Kanban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560320"/>
            <a:ext cx="3454400" cy="1920240"/>
          </a:xfrm>
          <a:prstGeom prst="roundRect">
            <a:avLst/>
          </a:prstGeom>
          <a:solidFill>
            <a:srgbClr val="F0ECE8"/>
          </a:solidFill>
          <a:ln w="19050">
            <a:solidFill>
              <a:srgbClr val="FF5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101600" rIns="101600" bIns="101600"/>
          <a:lstStyle/>
          <a:p>
            <a:pPr algn="ctr">
              <a:spcAft>
                <a:spcPts val="800"/>
              </a:spcAft>
              <a:defRPr b="1" sz="1600">
                <a:solidFill>
                  <a:srgbClr val="FF5700"/>
                </a:solidFill>
                <a:latin typeface="Arial"/>
              </a:defRPr>
            </a:pPr>
            <a:r>
              <a:t>To do</a:t>
            </a:r>
          </a:p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Work waiting to start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003040" y="3383280"/>
            <a:ext cx="365760" cy="274320"/>
          </a:xfrm>
          <a:prstGeom prst="rightArrow">
            <a:avLst/>
          </a:prstGeom>
          <a:solidFill>
            <a:srgbClr val="1A1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68800" y="2560320"/>
            <a:ext cx="3454400" cy="1920240"/>
          </a:xfrm>
          <a:prstGeom prst="roundRect">
            <a:avLst/>
          </a:prstGeom>
          <a:solidFill>
            <a:srgbClr val="F0ECE8"/>
          </a:solidFill>
          <a:ln w="19050">
            <a:solidFill>
              <a:srgbClr val="FF5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101600" rIns="101600" bIns="101600"/>
          <a:lstStyle/>
          <a:p>
            <a:pPr algn="ctr">
              <a:spcAft>
                <a:spcPts val="800"/>
              </a:spcAft>
              <a:defRPr b="1" sz="1600">
                <a:solidFill>
                  <a:srgbClr val="FF5700"/>
                </a:solidFill>
                <a:latin typeface="Arial"/>
              </a:defRPr>
            </a:pPr>
            <a:r>
              <a:t>Doing</a:t>
            </a:r>
          </a:p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Work in progress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823200" y="3383280"/>
            <a:ext cx="365760" cy="274320"/>
          </a:xfrm>
          <a:prstGeom prst="rightArrow">
            <a:avLst/>
          </a:prstGeom>
          <a:solidFill>
            <a:srgbClr val="1A1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88960" y="2560320"/>
            <a:ext cx="3454400" cy="1920240"/>
          </a:xfrm>
          <a:prstGeom prst="roundRect">
            <a:avLst/>
          </a:prstGeom>
          <a:solidFill>
            <a:srgbClr val="F0ECE8"/>
          </a:solidFill>
          <a:ln w="19050">
            <a:solidFill>
              <a:srgbClr val="FF5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101600" rIns="101600" bIns="101600"/>
          <a:lstStyle/>
          <a:p>
            <a:pPr algn="ctr">
              <a:spcAft>
                <a:spcPts val="800"/>
              </a:spcAft>
              <a:defRPr b="1" sz="1600">
                <a:solidFill>
                  <a:srgbClr val="FF5700"/>
                </a:solidFill>
                <a:latin typeface="Arial"/>
              </a:defRPr>
            </a:pPr>
            <a:r>
              <a:t>Done</a:t>
            </a:r>
          </a:p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Work completed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 | Kanban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t>One card, one task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8" sz="quarter"/>
          </p:nvPr>
        </p:nvSpPr>
        <p:spPr>
          <a:xfrm>
            <a:off x="658813" y="2984718"/>
            <a:ext cx="3179762" cy="2692182"/>
          </a:xfrm>
        </p:spPr>
        <p:txBody>
          <a:bodyPr/>
          <a:lstStyle/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t>Every work item is a separate card, tracking progress visually as it moves through the workflow.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What a card shows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0" sz="quarter"/>
          </p:nvPr>
        </p:nvSpPr>
        <p:spPr>
          <a:xfrm>
            <a:off x="4507818" y="2984718"/>
            <a:ext cx="3179762" cy="2692182"/>
          </a:xfrm>
        </p:spPr>
        <p:txBody>
          <a:bodyPr/>
          <a:lstStyle/>
          <a:p>
            <a:pPr marL="228600" indent="-228600">
              <a:lnSpc>
                <a:spcPct val="120000"/>
              </a:lnSpc>
              <a:spcAft>
                <a:spcPts val="600"/>
              </a:spcAft>
              <a:buFont typeface="Arial"/>
              <a:buChar char="•"/>
            </a:pPr>
            <a:r>
              <a:t>Who's responsible</a:t>
            </a:r>
          </a:p>
          <a:p>
            <a:pPr marL="228600" indent="-228600">
              <a:lnSpc>
                <a:spcPct val="120000"/>
              </a:lnSpc>
              <a:spcAft>
                <a:spcPts val="600"/>
              </a:spcAft>
              <a:buFont typeface="Arial"/>
              <a:buChar char="•"/>
            </a:pPr>
            <a:r>
              <a:t>A short description of the task</a:t>
            </a:r>
          </a:p>
          <a:p>
            <a:pPr marL="228600" indent="-228600">
              <a:lnSpc>
                <a:spcPct val="120000"/>
              </a:lnSpc>
              <a:spcAft>
                <a:spcPts val="600"/>
              </a:spcAft>
              <a:buFont typeface="Arial"/>
              <a:buChar char="•"/>
            </a:pPr>
            <a:r>
              <a:t>How long it's estimated to take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The goal: reach Done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2" sz="quarter"/>
          </p:nvPr>
        </p:nvSpPr>
        <p:spPr>
          <a:xfrm>
            <a:off x="8356823" y="2984718"/>
            <a:ext cx="3179762" cy="2715042"/>
          </a:xfrm>
        </p:spPr>
        <p:txBody>
          <a:bodyPr/>
          <a:lstStyle/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t>Each card moves from To Do through every column until it lands in Done - once every card is there, the project is finished.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It's all about the cards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 won't nail your board's setup on the first try - you'll add or remove columns, adjust cards, and rearrange priorities as you go. (SpaceX didn't land its first rocket booster either.)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Group Project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deliverables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3 |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109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 b="0" i="0">
                <a:latin typeface="Arial"/>
              </a:defRPr>
            </a:pPr>
            <a:r>
              <a:t>• Written Report (citations tracked via Zotero)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600" b="0" i="0">
                <a:latin typeface="Arial"/>
              </a:defRPr>
            </a:pPr>
            <a:r>
              <a:t>• Video Presentation, submitted in Canvas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600" b="0" i="0">
                <a:latin typeface="Arial"/>
              </a:defRPr>
            </a:pPr>
            <a:r>
              <a:t>• Kanban Board in Trello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600" b="0" i="0">
                <a:latin typeface="Arial"/>
              </a:defRPr>
            </a:pPr>
            <a:r>
              <a:t>• The Zotero library you used for the project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600" b="0" i="0">
                <a:latin typeface="Arial"/>
              </a:defRPr>
            </a:pPr>
            <a:r>
              <a:t>• Full detail: Canvas -&gt; Group Project module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3 | Group Project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t>Explain neural networks to a client who knows nothing about them - no complicated math.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Application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t>Real-world examples of neural networks applied to your assigned industry.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t>Every source you used, tracked in Zotero.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Written Report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Video Presentation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3 |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109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2000" b="0" i="0">
                <a:latin typeface="Arial"/>
              </a:defRPr>
            </a:pPr>
            <a:r>
              <a:t>Submit a video presentation of your report - maximum 10 minutes. Use animation tools, record yourselves, whatever works. Be creative - try to impress the client.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3 | Group Project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t>Define your flow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t>At least 3 columns - To Do, Doing, Done. Add more if your work needs them (e.g. an Editing column).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Set a WIP limit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t>Rule of thumb: 1.5x the number of people who can work a step at once. Doesn't apply to To Do or Done.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Split big tasks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t>Anything over a couple of days, or needing multiple people, becomes several smaller cards you can track independently.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your Kanban board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3 |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109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 b="0" i="0">
                <a:latin typeface="Arial"/>
              </a:defRPr>
            </a:pPr>
            <a:r>
              <a:t>• Description of Neural Networks methodology - 2 pts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600" b="0" i="0">
                <a:latin typeface="Arial"/>
              </a:defRPr>
            </a:pPr>
            <a:r>
              <a:t>• Application to the assigned industry - 2 pts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600" b="0" i="0">
                <a:latin typeface="Arial"/>
              </a:defRPr>
            </a:pPr>
            <a:r>
              <a:t>• Use of the Kanban Board - 2 pts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600" b="0" i="0">
                <a:latin typeface="Arial"/>
              </a:defRPr>
            </a:pPr>
            <a:r>
              <a:t>• Presentation (instructor-assessed) - 3 pts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600" b="0" i="0">
                <a:latin typeface="Arial"/>
              </a:defRPr>
            </a:pPr>
            <a:r>
              <a:t>• Correct use of references (Zotero) - 1 pt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600" b="0" i="0">
                <a:latin typeface="Arial"/>
              </a:defRPr>
            </a:pPr>
            <a:r>
              <a:t>• Total - 10 pts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Due dates &amp; group meetings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3 | Group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5364480" cy="3474720"/>
          </a:xfrm>
          <a:prstGeom prst="roundRect">
            <a:avLst/>
          </a:prstGeom>
          <a:solidFill>
            <a:srgbClr val="F0ECE8"/>
          </a:solidFill>
          <a:ln w="15875">
            <a:solidFill>
              <a:srgbClr val="1A1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 rIns="177800" bIns="177800"/>
          <a:lstStyle/>
          <a:p>
            <a:pPr algn="ctr">
              <a:spcAft>
                <a:spcPts val="1200"/>
              </a:spcAft>
              <a:defRPr b="1" sz="2000">
                <a:solidFill>
                  <a:srgbClr val="FF5700"/>
                </a:solidFill>
                <a:latin typeface="Arial"/>
              </a:defRPr>
            </a:pPr>
            <a:r>
              <a:t>Due dates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See Canvas for the exact submission deadline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8880" y="2103120"/>
            <a:ext cx="5364480" cy="3474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A1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 rIns="177800" bIns="177800"/>
          <a:lstStyle/>
          <a:p>
            <a:pPr algn="ctr">
              <a:spcAft>
                <a:spcPts val="1200"/>
              </a:spcAft>
              <a:defRPr b="1" sz="2000">
                <a:solidFill>
                  <a:srgbClr val="FF5700"/>
                </a:solidFill>
                <a:latin typeface="Arial"/>
              </a:defRPr>
            </a:pPr>
            <a:r>
              <a:t>Group meetings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Ask any time - don't leave it to the last minute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I'll check in with a different group each week</a:t>
            </a:r>
          </a:p>
        </p:txBody>
      </p:sp>
      <p:pic>
        <p:nvPicPr>
          <p:cNvPr id="6" name="Picture 5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343" y="4754880"/>
            <a:ext cx="502920" cy="502920"/>
          </a:xfrm>
          <a:prstGeom prst="rect">
            <a:avLst/>
          </a:prstGeom>
        </p:spPr>
      </p:pic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431" y="475488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Trello &amp; Zotero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Trello setup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 | Trello &amp; Zotero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109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2000" b="0" i="0">
                <a:latin typeface="Arial"/>
              </a:defRPr>
            </a:pPr>
            <a:r>
              <a:t>You'll share a Trello board with me as your virtual Kanban board - your project's To Do / Doing / Done, online. A short setup screencast is on the way; until then, the official Trello guide below walks you through creating your first 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06440"/>
            <a:ext cx="1109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F6C"/>
                </a:solidFill>
                <a:latin typeface="Arial"/>
              </a:rPr>
              <a:t>▸ New to Trello? </a:t>
            </a:r>
            <a:r>
              <a:rPr sz="1100" u="sng">
                <a:solidFill>
                  <a:srgbClr val="FF5700"/>
                </a:solidFill>
                <a:latin typeface="Arial"/>
                <a:hlinkClick r:id="rId2"/>
              </a:rPr>
              <a:t>Trello Guide: set up your first board (official)</a:t>
            </a:r>
            <a:r>
              <a:rPr sz="1100">
                <a:solidFill>
                  <a:srgbClr val="1A1F6C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Zotero setup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 | Trello &amp; Zotero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109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2000" b="0" i="0">
                <a:latin typeface="Arial"/>
              </a:defRPr>
            </a:pPr>
            <a:r>
              <a:t>You'll track your Group Project's citations and references here, synced with MS Word so your bibliography builds itself. A short setup screencast is on the way; until then, the official Zotero guide below covers the essentials.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06440"/>
            <a:ext cx="1109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F6C"/>
                </a:solidFill>
                <a:latin typeface="Arial"/>
              </a:rPr>
              <a:t>▸ New to Zotero? </a:t>
            </a:r>
            <a:r>
              <a:rPr sz="1100" u="sng">
                <a:solidFill>
                  <a:srgbClr val="FF5700"/>
                </a:solidFill>
                <a:latin typeface="Arial"/>
                <a:hlinkClick r:id="rId2"/>
              </a:rPr>
              <a:t>Zotero Quick Start Guide (official)</a:t>
            </a:r>
            <a:r>
              <a:rPr sz="1100">
                <a:solidFill>
                  <a:srgbClr val="1A1F6C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week: how to run a Kanban board, manage it with Trello, and track your references with Zotero - the exact toolkit you'll use for your Group Project all semester.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CUNEF">
  <a:themeElements>
    <a:clrScheme name="CUNEF_2024">
      <a:dk1>
        <a:sysClr val="windowText" lastClr="000000"/>
      </a:dk1>
      <a:lt1>
        <a:sysClr val="window" lastClr="FFFFFF"/>
      </a:lt1>
      <a:dk2>
        <a:srgbClr val="D2E0F3"/>
      </a:dk2>
      <a:lt2>
        <a:srgbClr val="FFFFFF"/>
      </a:lt2>
      <a:accent1>
        <a:srgbClr val="FF5700"/>
      </a:accent1>
      <a:accent2>
        <a:srgbClr val="D6D1C4"/>
      </a:accent2>
      <a:accent3>
        <a:srgbClr val="1A1F6C"/>
      </a:accent3>
      <a:accent4>
        <a:srgbClr val="FE961F"/>
      </a:accent4>
      <a:accent5>
        <a:srgbClr val="0796A3"/>
      </a:accent5>
      <a:accent6>
        <a:srgbClr val="AE3C7C"/>
      </a:accent6>
      <a:hlink>
        <a:srgbClr val="1A1F6C"/>
      </a:hlink>
      <a:folHlink>
        <a:srgbClr val="FF5700"/>
      </a:folHlink>
    </a:clrScheme>
    <a:fontScheme name="Personalizado 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74F433DA4CB3C46AF37F7ACC66AC7B4" ma:contentTypeVersion="14" ma:contentTypeDescription="Crear nuevo documento." ma:contentTypeScope="" ma:versionID="539ad6022ac1aa9f8f20b7a141ca6050">
  <xsd:schema xmlns:xsd="http://www.w3.org/2001/XMLSchema" xmlns:xs="http://www.w3.org/2001/XMLSchema" xmlns:p="http://schemas.microsoft.com/office/2006/metadata/properties" xmlns:ns2="4a38d081-a302-45ad-99ee-367cf086f3ae" xmlns:ns3="fb67c426-3324-4470-bd0d-45cc4ad7601f" targetNamespace="http://schemas.microsoft.com/office/2006/metadata/properties" ma:root="true" ma:fieldsID="3e3767eaec02a6dff5d4958aff8bc92c" ns2:_="" ns3:_="">
    <xsd:import namespace="4a38d081-a302-45ad-99ee-367cf086f3ae"/>
    <xsd:import namespace="fb67c426-3324-4470-bd0d-45cc4ad7601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SearchPropertie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8d081-a302-45ad-99ee-367cf086f3a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9202a961-1ef4-49d4-8fdc-ac3d4ac700c0}" ma:internalName="TaxCatchAll" ma:showField="CatchAllData" ma:web="4a38d081-a302-45ad-99ee-367cf086f3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67c426-3324-4470-bd0d-45cc4ad7601f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Etiquetas de imagen" ma:readOnly="false" ma:fieldId="{5cf76f15-5ced-4ddc-b409-7134ff3c332f}" ma:taxonomyMulti="true" ma:sspId="af706f70-6741-4eaf-855e-cba6c41f67e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b67c426-3324-4470-bd0d-45cc4ad7601f">
      <Terms xmlns="http://schemas.microsoft.com/office/infopath/2007/PartnerControls"/>
    </lcf76f155ced4ddcb4097134ff3c332f>
    <TaxCatchAll xmlns="4a38d081-a302-45ad-99ee-367cf086f3ae" xsi:nil="true"/>
  </documentManagement>
</p:properties>
</file>

<file path=customXml/itemProps1.xml><?xml version="1.0" encoding="utf-8"?>
<ds:datastoreItem xmlns:ds="http://schemas.openxmlformats.org/officeDocument/2006/customXml" ds:itemID="{D12A1611-8A6A-4346-B278-9D3E608101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3B52F6-F044-4BDB-9C69-F92B15B67199}"/>
</file>

<file path=customXml/itemProps3.xml><?xml version="1.0" encoding="utf-8"?>
<ds:datastoreItem xmlns:ds="http://schemas.openxmlformats.org/officeDocument/2006/customXml" ds:itemID="{FC34709B-A4FE-471B-9AA1-955EB0B6C790}">
  <ds:schemaRefs>
    <ds:schemaRef ds:uri="4a38d081-a302-45ad-99ee-367cf086f3ae"/>
    <ds:schemaRef ds:uri="c8ce101d-2a29-4a21-ad37-48d5baed438e"/>
    <ds:schemaRef ds:uri="fb67c426-3324-4470-bd0d-45cc4ad7601f"/>
    <ds:schemaRef ds:uri="ff3f5b8b-df65-43f8-8fc9-7d755ab0d25e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988</Words>
  <Application>Microsoft Office PowerPoint</Application>
  <PresentationFormat>Panorámica</PresentationFormat>
  <Paragraphs>201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5" baseType="lpstr">
      <vt:lpstr>Arial</vt:lpstr>
      <vt:lpstr>CUNEF</vt:lpstr>
      <vt:lpstr>Título de documento de dos líneas</vt:lpstr>
      <vt:lpstr>Párrafo intrudcción largo, lorem ipsum dolor sit amet, consectetuer adipiscing elit, sed diam  nonummy nibh euismod</vt:lpstr>
      <vt:lpstr>Índice</vt:lpstr>
      <vt:lpstr>01</vt:lpstr>
      <vt:lpstr>Título slide (3 párrafos, con fondo)</vt:lpstr>
      <vt:lpstr>Título slide (2 párrafos, con imagen)</vt:lpstr>
      <vt:lpstr>Título slide  </vt:lpstr>
      <vt:lpstr>Título de la slide hit qui cum aliquia</vt:lpstr>
      <vt:lpstr>Título slide</vt:lpstr>
      <vt:lpstr>Título de la slide</vt:lpstr>
      <vt:lpstr>Título de la slide</vt:lpstr>
      <vt:lpstr>Título de la slide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Diana Chocano</dc:creator>
  <cp:lastModifiedBy>Fernández-Golfín Arenillas, María</cp:lastModifiedBy>
  <cp:revision>1</cp:revision>
  <dcterms:created xsi:type="dcterms:W3CDTF">2023-10-19T11:06:34Z</dcterms:created>
  <dcterms:modified xsi:type="dcterms:W3CDTF">2025-03-06T10:33:48Z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0x010100674F433DA4CB3C46AF37F7ACC66AC7B4</vt:lpwstr>
  </property>
  <property fmtid="{D5CDD505-2E9C-101B-9397-08002B2CF9AE}" pid="3" name="MediaServiceImageTags">
    <vt:lpwstr/>
  </property>
</Properties>
</file>